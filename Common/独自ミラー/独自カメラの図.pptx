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4A824-1E83-4102-AAFC-121CFA024B8A}" v="4" dt="2026-02-13T15:22:00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晟乃 中村" userId="3015a327a8a51985" providerId="LiveId" clId="{62699987-65F9-42DD-85C7-F217CA63553E}"/>
    <pc:docChg chg="undo custSel modSld">
      <pc:chgData name="晟乃 中村" userId="3015a327a8a51985" providerId="LiveId" clId="{62699987-65F9-42DD-85C7-F217CA63553E}" dt="2026-02-13T15:38:17.551" v="157" actId="14100"/>
      <pc:docMkLst>
        <pc:docMk/>
      </pc:docMkLst>
      <pc:sldChg chg="addSp delSp modSp mod">
        <pc:chgData name="晟乃 中村" userId="3015a327a8a51985" providerId="LiveId" clId="{62699987-65F9-42DD-85C7-F217CA63553E}" dt="2026-02-13T15:38:17.551" v="157" actId="14100"/>
        <pc:sldMkLst>
          <pc:docMk/>
          <pc:sldMk cId="4063689589" sldId="256"/>
        </pc:sldMkLst>
        <pc:spChg chg="mod">
          <ac:chgData name="晟乃 中村" userId="3015a327a8a51985" providerId="LiveId" clId="{62699987-65F9-42DD-85C7-F217CA63553E}" dt="2026-02-13T15:38:17.551" v="157" actId="14100"/>
          <ac:spMkLst>
            <pc:docMk/>
            <pc:sldMk cId="4063689589" sldId="256"/>
            <ac:spMk id="34" creationId="{5B2613D2-978F-3E46-BCB4-DD7F7A72F39E}"/>
          </ac:spMkLst>
        </pc:spChg>
        <pc:spChg chg="mod">
          <ac:chgData name="晟乃 中村" userId="3015a327a8a51985" providerId="LiveId" clId="{62699987-65F9-42DD-85C7-F217CA63553E}" dt="2026-02-13T15:20:19.690" v="70" actId="1038"/>
          <ac:spMkLst>
            <pc:docMk/>
            <pc:sldMk cId="4063689589" sldId="256"/>
            <ac:spMk id="35" creationId="{3D941DAB-E719-F966-F46E-49D889C65AA9}"/>
          </ac:spMkLst>
        </pc:spChg>
        <pc:spChg chg="add del mod">
          <ac:chgData name="晟乃 中村" userId="3015a327a8a51985" providerId="LiveId" clId="{62699987-65F9-42DD-85C7-F217CA63553E}" dt="2026-02-13T15:19:01.351" v="27" actId="478"/>
          <ac:spMkLst>
            <pc:docMk/>
            <pc:sldMk cId="4063689589" sldId="256"/>
            <ac:spMk id="41" creationId="{522BA3F5-6036-9D1C-FEC6-1B6A970DAEF2}"/>
          </ac:spMkLst>
        </pc:spChg>
        <pc:spChg chg="add mod">
          <ac:chgData name="晟乃 中村" userId="3015a327a8a51985" providerId="LiveId" clId="{62699987-65F9-42DD-85C7-F217CA63553E}" dt="2026-02-13T15:25:15.190" v="138" actId="1076"/>
          <ac:spMkLst>
            <pc:docMk/>
            <pc:sldMk cId="4063689589" sldId="256"/>
            <ac:spMk id="49" creationId="{5571B813-BD0F-3C0C-1F1B-ACDF7DE6D37F}"/>
          </ac:spMkLst>
        </pc:spChg>
        <pc:spChg chg="add del mod">
          <ac:chgData name="晟乃 中村" userId="3015a327a8a51985" providerId="LiveId" clId="{62699987-65F9-42DD-85C7-F217CA63553E}" dt="2026-02-13T15:21:57.730" v="92"/>
          <ac:spMkLst>
            <pc:docMk/>
            <pc:sldMk cId="4063689589" sldId="256"/>
            <ac:spMk id="50" creationId="{14197462-73C0-AD37-9385-846F251DD0D7}"/>
          </ac:spMkLst>
        </pc:spChg>
        <pc:spChg chg="add del mod">
          <ac:chgData name="晟乃 中村" userId="3015a327a8a51985" providerId="LiveId" clId="{62699987-65F9-42DD-85C7-F217CA63553E}" dt="2026-02-13T15:21:57.728" v="90" actId="478"/>
          <ac:spMkLst>
            <pc:docMk/>
            <pc:sldMk cId="4063689589" sldId="256"/>
            <ac:spMk id="51" creationId="{8D472368-5FCF-3AC9-A75F-59CC7947C953}"/>
          </ac:spMkLst>
        </pc:spChg>
        <pc:spChg chg="add mod">
          <ac:chgData name="晟乃 中村" userId="3015a327a8a51985" providerId="LiveId" clId="{62699987-65F9-42DD-85C7-F217CA63553E}" dt="2026-02-13T15:25:15.190" v="138" actId="1076"/>
          <ac:spMkLst>
            <pc:docMk/>
            <pc:sldMk cId="4063689589" sldId="256"/>
            <ac:spMk id="52" creationId="{2512AD51-E1CB-E072-B85B-5D81F658FE7E}"/>
          </ac:spMkLst>
        </pc:spChg>
        <pc:picChg chg="mod">
          <ac:chgData name="晟乃 中村" userId="3015a327a8a51985" providerId="LiveId" clId="{62699987-65F9-42DD-85C7-F217CA63553E}" dt="2026-02-13T15:18:21.888" v="16" actId="1076"/>
          <ac:picMkLst>
            <pc:docMk/>
            <pc:sldMk cId="4063689589" sldId="256"/>
            <ac:picMk id="5" creationId="{822294E8-0CEA-24E7-02D9-F9C777265AB0}"/>
          </ac:picMkLst>
        </pc:picChg>
        <pc:cxnChg chg="add del mod">
          <ac:chgData name="晟乃 中村" userId="3015a327a8a51985" providerId="LiveId" clId="{62699987-65F9-42DD-85C7-F217CA63553E}" dt="2026-02-13T15:19:12.927" v="30" actId="478"/>
          <ac:cxnSpMkLst>
            <pc:docMk/>
            <pc:sldMk cId="4063689589" sldId="256"/>
            <ac:cxnSpMk id="43" creationId="{FAA52019-93B3-2FFB-372B-2DBCDAF36E56}"/>
          </ac:cxnSpMkLst>
        </pc:cxnChg>
        <pc:cxnChg chg="add del mod">
          <ac:chgData name="晟乃 中村" userId="3015a327a8a51985" providerId="LiveId" clId="{62699987-65F9-42DD-85C7-F217CA63553E}" dt="2026-02-13T15:20:07.814" v="36" actId="478"/>
          <ac:cxnSpMkLst>
            <pc:docMk/>
            <pc:sldMk cId="4063689589" sldId="256"/>
            <ac:cxnSpMk id="46" creationId="{9DDA7404-6555-400D-070E-A77F0BEB5C61}"/>
          </ac:cxnSpMkLst>
        </pc:cxnChg>
        <pc:cxnChg chg="add mod">
          <ac:chgData name="晟乃 中村" userId="3015a327a8a51985" providerId="LiveId" clId="{62699987-65F9-42DD-85C7-F217CA63553E}" dt="2026-02-13T15:23:58.221" v="112" actId="14100"/>
          <ac:cxnSpMkLst>
            <pc:docMk/>
            <pc:sldMk cId="4063689589" sldId="256"/>
            <ac:cxnSpMk id="54" creationId="{5CC2A7EE-7E08-C8D2-8573-0A84495CBC6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C105E5-6E20-0495-39DA-1B509FDF8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170CE3-284F-5D3A-77C4-D28944734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1A4E9B-29ED-ADAD-954C-D85F65A40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1064-8E73-46B7-AD56-505593215E2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A7BC63-2FC9-4E25-55BB-1C6900E7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621C64-6D89-DB7C-FC2E-D433BD66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C7F6-9556-4888-8119-90FDE07910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459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65C1B-D527-3AFE-9774-3E518011F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078DA2-4374-B005-CE44-92ED2E81B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619E76-9A53-45B4-AB5B-B9E087EE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1064-8E73-46B7-AD56-505593215E2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B47E21-C25B-B442-694A-7D5CA8F1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25C9DB-9373-697C-1D15-A86196E0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C7F6-9556-4888-8119-90FDE07910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493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917C54-91DD-BAFE-821F-DF65A147F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D43FEC-957E-7233-20EE-607137245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58A35F-2F0A-7C18-1124-94FEE3A4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1064-8E73-46B7-AD56-505593215E2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9FCFF2-E07F-F5F2-AC77-57FA3A8FA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C8CB03-D656-BE1B-2537-5A9461E9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C7F6-9556-4888-8119-90FDE07910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628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902B1A-C3D1-F9F3-3755-831E383D8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88FFA3-F3B2-5982-FE4F-78B266CE0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10DE863-F878-B254-7193-DDC4BAF41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32082F-F363-C34D-79F2-E4E36559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1064-8E73-46B7-AD56-505593215E2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15120F-3A21-354A-0246-2031E6009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92AE22-007D-CDCD-B312-AFF38C9B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C7F6-9556-4888-8119-90FDE07910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1485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860B9C-430B-D8B2-1537-D7DBDACBF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2E2F73-E919-9E46-F6D8-C8A97F376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740297-6EC1-0A85-4753-5D0EA9612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D07AF2-FD7F-B7C8-BCB9-2AA8F5433A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75B1578-33E2-C3F7-E029-82D85ACB7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4A524D6-7092-DE4A-3AED-F19F0F1CC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1064-8E73-46B7-AD56-505593215E2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B6CA5ED-DAFF-258C-8328-9BBCA64FB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173761A-4BE8-52E2-828C-6F9F5868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C7F6-9556-4888-8119-90FDE07910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653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5B0E8E-D2D9-8B67-1318-9CCF5DAA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453487-C2E4-A972-4F8B-F35542E2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1064-8E73-46B7-AD56-505593215E2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252F6B-2715-6EEB-EA18-10BA845EC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6A4665B-9EE0-4530-285C-1BBBDD88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C7F6-9556-4888-8119-90FDE07910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444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3D7C3C-3FA5-93B0-3FA2-1F9C964E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1064-8E73-46B7-AD56-505593215E2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2A2C11E-1AE8-241C-EC01-590BBFBD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F5EB58-37CE-544F-C43A-801AB598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C7F6-9556-4888-8119-90FDE07910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023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61880F-E71B-A710-A872-36372D5E5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A8CCCD-AC45-A658-81A4-3F5FA0243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CD24C9-4E75-6CA1-2B7A-283CAB868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DDEFEB-4835-C856-0BF3-3A918EE2C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1064-8E73-46B7-AD56-505593215E2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856BF0-BCAC-8E59-CC6C-B13BC697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F59FC02-CD49-3B73-9144-86A5BCB1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C7F6-9556-4888-8119-90FDE07910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3265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BDD2EF-5245-8B9B-8D75-DAC0C50B9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F5FFF05-3C28-2AC9-4E97-F7B358CEA5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4B5689-6489-B7DB-6F7D-2B6D0AB68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A1ECE8-C14E-AE12-4339-2E89739A4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1064-8E73-46B7-AD56-505593215E2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E687D0-0097-38CD-18E9-8AD4DAB22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C1A61C-DD2B-BFB8-2CF8-1860DA46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C7F6-9556-4888-8119-90FDE07910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6420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C042A2-4C1F-727A-38EE-6A1F8C728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94CD4F-330A-0BE5-739D-722DFE864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A9CC90-59DF-8BB1-5B0C-98BED920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1064-8E73-46B7-AD56-505593215E2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B211EA-9A15-C13E-3AEC-ED49A4AE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FB3633-F484-07E4-8929-EA9F24D63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C7F6-9556-4888-8119-90FDE07910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5231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1FB290D-A165-877F-7B38-186E352B2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82CC51-0935-ADA7-6F0D-2EAAE5953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FBB7B5-7417-3C3A-0CB7-48F12C22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1064-8E73-46B7-AD56-505593215E2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CA52A5-BF3B-EDC9-325C-F8B85A8EA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1D6093-4C27-55D6-379A-8E18AE17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8C7F6-9556-4888-8119-90FDE07910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621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083EE88-EABD-C520-903A-539AADB6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60F565-66A0-01A8-2595-CF225AF48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1CC4F2-8BF2-AD69-60AA-682F02F1E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21064-8E73-46B7-AD56-505593215E2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210EBF-B59A-9B08-B8EA-45E6DEF11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85E992-1CF9-C758-A87F-DC3A18F24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8C7F6-9556-4888-8119-90FDE07910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671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22294E8-0CEA-24E7-02D9-F9C777265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04"/>
            <a:ext cx="12192000" cy="6858000"/>
          </a:xfrm>
          <a:prstGeom prst="rect">
            <a:avLst/>
          </a:prstGeom>
        </p:spPr>
      </p:pic>
      <p:sp>
        <p:nvSpPr>
          <p:cNvPr id="11" name="円弧 10">
            <a:extLst>
              <a:ext uri="{FF2B5EF4-FFF2-40B4-BE49-F238E27FC236}">
                <a16:creationId xmlns:a16="http://schemas.microsoft.com/office/drawing/2014/main" id="{FEFD8255-EAC3-4F3C-FDAB-8021FCCAB575}"/>
              </a:ext>
            </a:extLst>
          </p:cNvPr>
          <p:cNvSpPr/>
          <p:nvPr/>
        </p:nvSpPr>
        <p:spPr>
          <a:xfrm>
            <a:off x="9653047" y="5935770"/>
            <a:ext cx="1465475" cy="1245560"/>
          </a:xfrm>
          <a:prstGeom prst="arc">
            <a:avLst>
              <a:gd name="adj1" fmla="val 13194379"/>
              <a:gd name="adj2" fmla="val 21581068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弧 11">
            <a:extLst>
              <a:ext uri="{FF2B5EF4-FFF2-40B4-BE49-F238E27FC236}">
                <a16:creationId xmlns:a16="http://schemas.microsoft.com/office/drawing/2014/main" id="{EEE7C467-1155-5803-D74C-02B3AA97FAFF}"/>
              </a:ext>
            </a:extLst>
          </p:cNvPr>
          <p:cNvSpPr/>
          <p:nvPr/>
        </p:nvSpPr>
        <p:spPr>
          <a:xfrm rot="20831147">
            <a:off x="-168113" y="4664614"/>
            <a:ext cx="1253324" cy="1097280"/>
          </a:xfrm>
          <a:prstGeom prst="arc">
            <a:avLst>
              <a:gd name="adj1" fmla="val 16226992"/>
              <a:gd name="adj2" fmla="val 20164282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03B851AD-94AD-CD11-F9B8-D3CE583F7743}"/>
              </a:ext>
            </a:extLst>
          </p:cNvPr>
          <p:cNvCxnSpPr>
            <a:cxnSpLocks/>
          </p:cNvCxnSpPr>
          <p:nvPr/>
        </p:nvCxnSpPr>
        <p:spPr>
          <a:xfrm>
            <a:off x="333375" y="883444"/>
            <a:ext cx="49244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円弧 16">
            <a:extLst>
              <a:ext uri="{FF2B5EF4-FFF2-40B4-BE49-F238E27FC236}">
                <a16:creationId xmlns:a16="http://schemas.microsoft.com/office/drawing/2014/main" id="{CD5B3250-4BF0-F132-6F0E-6D3680AAEEB3}"/>
              </a:ext>
            </a:extLst>
          </p:cNvPr>
          <p:cNvSpPr/>
          <p:nvPr/>
        </p:nvSpPr>
        <p:spPr>
          <a:xfrm rot="4013744">
            <a:off x="2820362" y="250053"/>
            <a:ext cx="1253324" cy="1097280"/>
          </a:xfrm>
          <a:prstGeom prst="arc">
            <a:avLst>
              <a:gd name="adj1" fmla="val 15386900"/>
              <a:gd name="adj2" fmla="val 18158888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AD4682F-4700-748A-75F8-DE04D29BEAA8}"/>
              </a:ext>
            </a:extLst>
          </p:cNvPr>
          <p:cNvCxnSpPr/>
          <p:nvPr/>
        </p:nvCxnSpPr>
        <p:spPr>
          <a:xfrm>
            <a:off x="664369" y="595313"/>
            <a:ext cx="657225" cy="2881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B2E315D-3DA6-316F-41A1-429046201D23}"/>
              </a:ext>
            </a:extLst>
          </p:cNvPr>
          <p:cNvCxnSpPr>
            <a:cxnSpLocks/>
          </p:cNvCxnSpPr>
          <p:nvPr/>
        </p:nvCxnSpPr>
        <p:spPr>
          <a:xfrm flipV="1">
            <a:off x="664369" y="883444"/>
            <a:ext cx="657225" cy="2928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6EC7BA5-4E5E-D661-E206-40BD4213FC92}"/>
              </a:ext>
            </a:extLst>
          </p:cNvPr>
          <p:cNvCxnSpPr/>
          <p:nvPr/>
        </p:nvCxnSpPr>
        <p:spPr>
          <a:xfrm>
            <a:off x="1576898" y="6286499"/>
            <a:ext cx="657225" cy="2881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F1BDBD7-11F5-172E-7150-DF9A8118EDCF}"/>
              </a:ext>
            </a:extLst>
          </p:cNvPr>
          <p:cNvCxnSpPr>
            <a:cxnSpLocks/>
          </p:cNvCxnSpPr>
          <p:nvPr/>
        </p:nvCxnSpPr>
        <p:spPr>
          <a:xfrm flipV="1">
            <a:off x="1576898" y="6574630"/>
            <a:ext cx="657225" cy="2928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3551C060-433F-0C15-FD56-B431A31F8516}"/>
              </a:ext>
            </a:extLst>
          </p:cNvPr>
          <p:cNvCxnSpPr>
            <a:cxnSpLocks/>
          </p:cNvCxnSpPr>
          <p:nvPr/>
        </p:nvCxnSpPr>
        <p:spPr>
          <a:xfrm>
            <a:off x="0" y="6577011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9225630F-3A51-7477-BF48-420ABA7E2DD3}"/>
              </a:ext>
            </a:extLst>
          </p:cNvPr>
          <p:cNvCxnSpPr>
            <a:cxnSpLocks/>
          </p:cNvCxnSpPr>
          <p:nvPr/>
        </p:nvCxnSpPr>
        <p:spPr>
          <a:xfrm flipV="1">
            <a:off x="3333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楕円 29">
            <a:extLst>
              <a:ext uri="{FF2B5EF4-FFF2-40B4-BE49-F238E27FC236}">
                <a16:creationId xmlns:a16="http://schemas.microsoft.com/office/drawing/2014/main" id="{67E3C22E-DB68-C7CA-8A1E-688D4C6D8EF9}"/>
              </a:ext>
            </a:extLst>
          </p:cNvPr>
          <p:cNvSpPr/>
          <p:nvPr/>
        </p:nvSpPr>
        <p:spPr>
          <a:xfrm>
            <a:off x="2309813" y="834628"/>
            <a:ext cx="95250" cy="976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103DFE06-A54F-B9E7-3A1E-E48005558C3D}"/>
              </a:ext>
            </a:extLst>
          </p:cNvPr>
          <p:cNvSpPr/>
          <p:nvPr/>
        </p:nvSpPr>
        <p:spPr>
          <a:xfrm>
            <a:off x="10432986" y="6525814"/>
            <a:ext cx="95250" cy="976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CC01E0B1-0071-21F6-F3DB-C31B95984865}"/>
              </a:ext>
            </a:extLst>
          </p:cNvPr>
          <p:cNvSpPr/>
          <p:nvPr/>
        </p:nvSpPr>
        <p:spPr>
          <a:xfrm>
            <a:off x="285750" y="6525813"/>
            <a:ext cx="95250" cy="976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8B92AB1-A100-AC32-573C-49495DAA63F2}"/>
              </a:ext>
            </a:extLst>
          </p:cNvPr>
          <p:cNvSpPr/>
          <p:nvPr/>
        </p:nvSpPr>
        <p:spPr>
          <a:xfrm>
            <a:off x="403511" y="4011751"/>
            <a:ext cx="56743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ja-JP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ja-JP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B2613D2-978F-3E46-BCB4-DD7F7A72F39E}"/>
              </a:ext>
            </a:extLst>
          </p:cNvPr>
          <p:cNvSpPr/>
          <p:nvPr/>
        </p:nvSpPr>
        <p:spPr>
          <a:xfrm>
            <a:off x="9872283" y="5303404"/>
            <a:ext cx="265309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ja-JP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-b+270°</a:t>
            </a:r>
            <a:endParaRPr lang="ja-JP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D941DAB-E719-F966-F46E-49D889C65AA9}"/>
              </a:ext>
            </a:extLst>
          </p:cNvPr>
          <p:cNvSpPr/>
          <p:nvPr/>
        </p:nvSpPr>
        <p:spPr>
          <a:xfrm>
            <a:off x="3933975" y="253431"/>
            <a:ext cx="56743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ja-JP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ja-JP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右中かっこ 35">
            <a:extLst>
              <a:ext uri="{FF2B5EF4-FFF2-40B4-BE49-F238E27FC236}">
                <a16:creationId xmlns:a16="http://schemas.microsoft.com/office/drawing/2014/main" id="{9EFB5063-0104-3AA1-6A33-523F24AB8435}"/>
              </a:ext>
            </a:extLst>
          </p:cNvPr>
          <p:cNvSpPr/>
          <p:nvPr/>
        </p:nvSpPr>
        <p:spPr>
          <a:xfrm rot="16200000">
            <a:off x="5053051" y="1147065"/>
            <a:ext cx="707887" cy="10147235"/>
          </a:xfrm>
          <a:prstGeom prst="rightBrace">
            <a:avLst>
              <a:gd name="adj1" fmla="val 8333"/>
              <a:gd name="adj2" fmla="val 45042"/>
            </a:avLst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0D2C82A-6422-F5AA-28E0-83FB3141A66F}"/>
              </a:ext>
            </a:extLst>
          </p:cNvPr>
          <p:cNvSpPr/>
          <p:nvPr/>
        </p:nvSpPr>
        <p:spPr>
          <a:xfrm>
            <a:off x="4612849" y="5256484"/>
            <a:ext cx="56743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ja-JP" sz="400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ja-JP" altLang="en-US" sz="4000" b="0" cap="none" spc="0" dirty="0">
              <a:ln w="0"/>
              <a:solidFill>
                <a:srgbClr val="92D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997F7DD-F87E-9B01-AEA6-EDB9233F60F5}"/>
              </a:ext>
            </a:extLst>
          </p:cNvPr>
          <p:cNvSpPr/>
          <p:nvPr/>
        </p:nvSpPr>
        <p:spPr>
          <a:xfrm>
            <a:off x="5849001" y="2938065"/>
            <a:ext cx="201645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40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入射光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F76A0CB-51A7-6D52-FB1C-1E9394555072}"/>
              </a:ext>
            </a:extLst>
          </p:cNvPr>
          <p:cNvSpPr/>
          <p:nvPr/>
        </p:nvSpPr>
        <p:spPr>
          <a:xfrm>
            <a:off x="1321594" y="2938065"/>
            <a:ext cx="201645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40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反射</a:t>
            </a:r>
            <a:r>
              <a:rPr lang="ja-JP" altLang="en-US" sz="40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光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A8737C1-1F22-624F-51DD-96C97C415A46}"/>
              </a:ext>
            </a:extLst>
          </p:cNvPr>
          <p:cNvSpPr/>
          <p:nvPr/>
        </p:nvSpPr>
        <p:spPr>
          <a:xfrm rot="20705677">
            <a:off x="1609514" y="83296"/>
            <a:ext cx="201645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40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反射板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571B813-BD0F-3C0C-1F1B-ACDF7DE6D37F}"/>
              </a:ext>
            </a:extLst>
          </p:cNvPr>
          <p:cNvSpPr/>
          <p:nvPr/>
        </p:nvSpPr>
        <p:spPr>
          <a:xfrm>
            <a:off x="1575001" y="1551821"/>
            <a:ext cx="173268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ja-JP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A(p</a:t>
            </a:r>
            <a:endParaRPr lang="ja-JP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2512AD51-E1CB-E072-B85B-5D81F658FE7E}"/>
              </a:ext>
            </a:extLst>
          </p:cNvPr>
          <p:cNvSpPr/>
          <p:nvPr/>
        </p:nvSpPr>
        <p:spPr>
          <a:xfrm>
            <a:off x="2701648" y="1548032"/>
            <a:ext cx="87742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ja-JP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,q)</a:t>
            </a:r>
            <a:endParaRPr lang="ja-JP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5CC2A7EE-7E08-C8D2-8573-0A84495CBC65}"/>
              </a:ext>
            </a:extLst>
          </p:cNvPr>
          <p:cNvCxnSpPr>
            <a:cxnSpLocks/>
          </p:cNvCxnSpPr>
          <p:nvPr/>
        </p:nvCxnSpPr>
        <p:spPr>
          <a:xfrm flipV="1">
            <a:off x="2262188" y="981075"/>
            <a:ext cx="95250" cy="6093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689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</Words>
  <Application>Microsoft Office PowerPoint</Application>
  <PresentationFormat>ワイド画面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晟乃 中村</dc:creator>
  <cp:lastModifiedBy>晟乃 中村</cp:lastModifiedBy>
  <cp:revision>2</cp:revision>
  <dcterms:created xsi:type="dcterms:W3CDTF">2026-02-13T15:08:45Z</dcterms:created>
  <dcterms:modified xsi:type="dcterms:W3CDTF">2026-02-14T04:37:39Z</dcterms:modified>
</cp:coreProperties>
</file>