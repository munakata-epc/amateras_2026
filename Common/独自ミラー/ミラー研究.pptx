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D6812-BCD4-4FD9-B84F-3E4731E78D2C}" v="39" dt="2026-03-03T08:21:31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-20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晟乃 中村" userId="3015a327a8a51985" providerId="LiveId" clId="{62699987-65F9-42DD-85C7-F217CA63553E}"/>
    <pc:docChg chg="undo custSel modSld">
      <pc:chgData name="晟乃 中村" userId="3015a327a8a51985" providerId="LiveId" clId="{62699987-65F9-42DD-85C7-F217CA63553E}" dt="2026-03-03T08:21:31.668" v="1162" actId="164"/>
      <pc:docMkLst>
        <pc:docMk/>
      </pc:docMkLst>
      <pc:sldChg chg="addSp delSp modSp mod">
        <pc:chgData name="晟乃 中村" userId="3015a327a8a51985" providerId="LiveId" clId="{62699987-65F9-42DD-85C7-F217CA63553E}" dt="2026-03-03T08:21:31.668" v="1162" actId="164"/>
        <pc:sldMkLst>
          <pc:docMk/>
          <pc:sldMk cId="928228188" sldId="256"/>
        </pc:sldMkLst>
        <pc:spChg chg="add 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4" creationId="{95BA1814-9EBF-CA94-BEAA-96427E30EBD6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1" creationId="{21B9077E-208B-F02D-5C68-39A431605F4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2" creationId="{7EBE4460-0214-835C-A2CF-81634A14FF22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6" creationId="{0BF509CE-540D-280C-D1C9-20246148242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0" creationId="{742513A1-75B5-7F75-B62B-0539E23A2EC8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3" creationId="{73DA0703-41DF-6785-C445-CA51553FA084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4" creationId="{22F8025A-BECE-A418-9CF7-6423C10C09EA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2" creationId="{E052480C-AAE0-B51D-B6A5-E880D8439DB5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4" creationId="{DCD79A18-07F0-F9D9-E4FC-6DFBF6BBBD6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6" creationId="{6BD1434D-B8DC-1338-307C-2C227F9DD8B5}"/>
          </ac:spMkLst>
        </pc:spChg>
        <pc:spChg chg="add mod topLvl">
          <ac:chgData name="晟乃 中村" userId="3015a327a8a51985" providerId="LiveId" clId="{62699987-65F9-42DD-85C7-F217CA63553E}" dt="2026-03-03T08:17:26.948" v="1131" actId="1076"/>
          <ac:spMkLst>
            <pc:docMk/>
            <pc:sldMk cId="928228188" sldId="256"/>
            <ac:spMk id="41" creationId="{AB5A65E5-D1CE-5AD5-25E5-9B8A399E8B12}"/>
          </ac:spMkLst>
        </pc:spChg>
        <pc:spChg chg="add mod">
          <ac:chgData name="晟乃 中村" userId="3015a327a8a51985" providerId="LiveId" clId="{62699987-65F9-42DD-85C7-F217CA63553E}" dt="2026-03-01T09:43:43.320" v="168" actId="1035"/>
          <ac:spMkLst>
            <pc:docMk/>
            <pc:sldMk cId="928228188" sldId="256"/>
            <ac:spMk id="42" creationId="{10A2D836-8E21-CB8C-E746-F8FC169A1428}"/>
          </ac:spMkLst>
        </pc:spChg>
        <pc:spChg chg="add mod ord">
          <ac:chgData name="晟乃 中村" userId="3015a327a8a51985" providerId="LiveId" clId="{62699987-65F9-42DD-85C7-F217CA63553E}" dt="2026-03-03T08:20:41" v="1155" actId="167"/>
          <ac:spMkLst>
            <pc:docMk/>
            <pc:sldMk cId="928228188" sldId="256"/>
            <ac:spMk id="46" creationId="{CDFAAA52-066E-B9A3-51F4-19238CF1FEEE}"/>
          </ac:spMkLst>
        </pc:spChg>
        <pc:spChg chg="add mod">
          <ac:chgData name="晟乃 中村" userId="3015a327a8a51985" providerId="LiveId" clId="{62699987-65F9-42DD-85C7-F217CA63553E}" dt="2026-03-03T08:20:50.728" v="1161" actId="20577"/>
          <ac:spMkLst>
            <pc:docMk/>
            <pc:sldMk cId="928228188" sldId="256"/>
            <ac:spMk id="47" creationId="{F1872CB4-6B3D-2D80-E5BA-8A3F49F9590E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56" creationId="{C95CBEB4-8C09-A3AF-5942-4FD4FA916502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57" creationId="{1F9813DB-BBF9-31AE-D695-AA8D03B19327}"/>
          </ac:spMkLst>
        </pc:spChg>
        <pc:spChg chg="add mod topLvl">
          <ac:chgData name="晟乃 中村" userId="3015a327a8a51985" providerId="LiveId" clId="{62699987-65F9-42DD-85C7-F217CA63553E}" dt="2026-03-03T08:17:51.275" v="1141" actId="1076"/>
          <ac:spMkLst>
            <pc:docMk/>
            <pc:sldMk cId="928228188" sldId="256"/>
            <ac:spMk id="58" creationId="{931E0D26-2F2F-D8EA-8EE4-F59B53FC243A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89" creationId="{3CBEE743-8C5D-59C8-3E4C-479B915AC25C}"/>
          </ac:spMkLst>
        </pc:spChg>
        <pc:spChg chg="add mod topLvl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90" creationId="{36323DDA-C3F1-5AAF-9906-6ADDEF119500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02" creationId="{74CF8013-DE4A-1A14-0686-57F4867B1F53}"/>
          </ac:spMkLst>
        </pc:spChg>
        <pc:spChg chg="add mod ord">
          <ac:chgData name="晟乃 中村" userId="3015a327a8a51985" providerId="LiveId" clId="{62699987-65F9-42DD-85C7-F217CA63553E}" dt="2026-03-01T09:55:02.392" v="346" actId="167"/>
          <ac:spMkLst>
            <pc:docMk/>
            <pc:sldMk cId="928228188" sldId="256"/>
            <ac:spMk id="103" creationId="{B9161C5D-EBFA-BBC0-F39B-28A1AEDA1AD0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6" creationId="{2A1BDD4E-3F88-F0C2-B7B5-4B560E55EFED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7" creationId="{7F8891BC-787D-9260-8122-2E6D1608106B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8" creationId="{4F279B67-CC55-07E3-CC54-638BDCAE0989}"/>
          </ac:spMkLst>
        </pc:spChg>
        <pc:spChg chg="add mod ord topLvl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119" creationId="{46BB6CC3-E9FF-34E4-D1FC-C00F676976C9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27" creationId="{F7C105EC-963A-CE80-4A5E-248C8602BF5C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80" creationId="{4C1D95AC-4EA8-5B50-3AF6-CCE381440845}"/>
          </ac:spMkLst>
        </pc:spChg>
        <pc:spChg chg="add mod">
          <ac:chgData name="晟乃 中村" userId="3015a327a8a51985" providerId="LiveId" clId="{62699987-65F9-42DD-85C7-F217CA63553E}" dt="2026-03-01T12:35:54.003" v="968" actId="1076"/>
          <ac:spMkLst>
            <pc:docMk/>
            <pc:sldMk cId="928228188" sldId="256"/>
            <ac:spMk id="181" creationId="{D50351CF-FC15-6467-F5AF-4B4D51A6D085}"/>
          </ac:spMkLst>
        </pc:spChg>
        <pc:spChg chg="add mod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194" creationId="{D0A84184-451E-C0EA-D52B-BC0675955306}"/>
          </ac:spMkLst>
        </pc:spChg>
        <pc:spChg chg="add mod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202" creationId="{EED629D2-7114-D10B-8E1D-E1746D42A027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207" creationId="{22FF457E-2D82-D768-5182-7DDD3EF63A48}"/>
          </ac:spMkLst>
        </pc:spChg>
        <pc:cxnChg chg="add mod ord">
          <ac:chgData name="晟乃 中村" userId="3015a327a8a51985" providerId="LiveId" clId="{62699987-65F9-42DD-85C7-F217CA63553E}" dt="2026-03-01T09:55:05.701" v="347" actId="167"/>
          <ac:cxnSpMkLst>
            <pc:docMk/>
            <pc:sldMk cId="928228188" sldId="256"/>
            <ac:cxnSpMk id="37" creationId="{CAAFC54A-973B-3C3F-BA22-0BBA53A6CDB7}"/>
          </ac:cxnSpMkLst>
        </pc:cxnChg>
        <pc:cxnChg chg="add mod ord">
          <ac:chgData name="晟乃 中村" userId="3015a327a8a51985" providerId="LiveId" clId="{62699987-65F9-42DD-85C7-F217CA63553E}" dt="2026-03-03T08:17:24.203" v="1130" actId="14100"/>
          <ac:cxnSpMkLst>
            <pc:docMk/>
            <pc:sldMk cId="928228188" sldId="256"/>
            <ac:cxnSpMk id="39" creationId="{C10FB7F5-95DB-4091-9F86-07289FDE7BFE}"/>
          </ac:cxnSpMkLst>
        </pc:cxnChg>
        <pc:cxnChg chg="add mod">
          <ac:chgData name="晟乃 中村" userId="3015a327a8a51985" providerId="LiveId" clId="{62699987-65F9-42DD-85C7-F217CA63553E}" dt="2026-03-03T08:18:51.872" v="1150" actId="14100"/>
          <ac:cxnSpMkLst>
            <pc:docMk/>
            <pc:sldMk cId="928228188" sldId="256"/>
            <ac:cxnSpMk id="43" creationId="{6B65DD0F-9EBE-5FA1-F6C9-85DD33FBBB73}"/>
          </ac:cxnSpMkLst>
        </pc:cxnChg>
        <pc:cxnChg chg="add mod ord">
          <ac:chgData name="晟乃 中村" userId="3015a327a8a51985" providerId="LiveId" clId="{62699987-65F9-42DD-85C7-F217CA63553E}" dt="2026-03-03T08:17:58.936" v="1142" actId="14100"/>
          <ac:cxnSpMkLst>
            <pc:docMk/>
            <pc:sldMk cId="928228188" sldId="256"/>
            <ac:cxnSpMk id="52" creationId="{C5AA0556-ACCD-4C97-9E30-290C642F3455}"/>
          </ac:cxnSpMkLst>
        </pc:cxnChg>
        <pc:cxnChg chg="add mod ord">
          <ac:chgData name="晟乃 中村" userId="3015a327a8a51985" providerId="LiveId" clId="{62699987-65F9-42DD-85C7-F217CA63553E}" dt="2026-03-01T12:34:09.473" v="937" actId="14100"/>
          <ac:cxnSpMkLst>
            <pc:docMk/>
            <pc:sldMk cId="928228188" sldId="256"/>
            <ac:cxnSpMk id="64" creationId="{99C81A06-036C-0BE7-A1AD-2055C107F808}"/>
          </ac:cxnSpMkLst>
        </pc:cxnChg>
        <pc:cxnChg chg="add mod">
          <ac:chgData name="晟乃 中村" userId="3015a327a8a51985" providerId="LiveId" clId="{62699987-65F9-42DD-85C7-F217CA63553E}" dt="2026-03-03T08:17:35.427" v="1139" actId="14100"/>
          <ac:cxnSpMkLst>
            <pc:docMk/>
            <pc:sldMk cId="928228188" sldId="256"/>
            <ac:cxnSpMk id="70" creationId="{21E2516D-E78F-6912-2D3F-905D9A991BE8}"/>
          </ac:cxnSpMkLst>
        </pc:cxnChg>
        <pc:cxnChg chg="add mod ord">
          <ac:chgData name="晟乃 中村" userId="3015a327a8a51985" providerId="LiveId" clId="{62699987-65F9-42DD-85C7-F217CA63553E}" dt="2026-03-01T09:58:50.992" v="400" actId="1076"/>
          <ac:cxnSpMkLst>
            <pc:docMk/>
            <pc:sldMk cId="928228188" sldId="256"/>
            <ac:cxnSpMk id="109" creationId="{EC026B41-78D0-411D-79C7-97EE0C90911C}"/>
          </ac:cxnSpMkLst>
        </pc:cxnChg>
        <pc:cxnChg chg="add mod">
          <ac:chgData name="晟乃 中村" userId="3015a327a8a51985" providerId="LiveId" clId="{62699987-65F9-42DD-85C7-F217CA63553E}" dt="2026-03-01T09:57:44.017" v="374" actId="208"/>
          <ac:cxnSpMkLst>
            <pc:docMk/>
            <pc:sldMk cId="928228188" sldId="256"/>
            <ac:cxnSpMk id="113" creationId="{ABD1FB18-F6D5-A5BB-F1F4-72C3F546683C}"/>
          </ac:cxnSpMkLst>
        </pc:cxnChg>
        <pc:cxnChg chg="add mod ord">
          <ac:chgData name="晟乃 中村" userId="3015a327a8a51985" providerId="LiveId" clId="{62699987-65F9-42DD-85C7-F217CA63553E}" dt="2026-03-01T12:44:34.898" v="1060" actId="167"/>
          <ac:cxnSpMkLst>
            <pc:docMk/>
            <pc:sldMk cId="928228188" sldId="256"/>
            <ac:cxnSpMk id="198" creationId="{12A5AE85-41A3-23AE-CACD-F192BA112E45}"/>
          </ac:cxnSpMkLst>
        </pc:cxnChg>
        <pc:cxnChg chg="add mod ord">
          <ac:chgData name="晟乃 中村" userId="3015a327a8a51985" providerId="LiveId" clId="{62699987-65F9-42DD-85C7-F217CA63553E}" dt="2026-03-03T08:18:29.416" v="1146" actId="1582"/>
          <ac:cxnSpMkLst>
            <pc:docMk/>
            <pc:sldMk cId="928228188" sldId="256"/>
            <ac:cxnSpMk id="200" creationId="{181237A6-AEBB-97CC-5BF2-A15C22B168F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98DCA-4F40-F117-D557-4DD04C4EA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FDA496-B327-C501-8DCC-8E2777419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83CA03-57E5-4EF6-DAA9-CEC29972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988EE-B0E3-646D-10A1-4301A63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4B59E-8D87-F51B-B245-06AB7429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97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8ED875-F739-C236-1706-EA443A0E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78B182-3521-53DC-BA16-EC2E5DF2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3369A6-A56F-F30B-3302-5BB893D4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64516-E326-5EE6-FDD1-EB382987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066ADE-C170-D041-A920-447DEC2B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17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1A937-54F4-9EFC-52D3-1A3C9F11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7B453-39B6-BAAB-1D90-A168EFF96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6B692C-3286-B91C-BBB5-EDA199EF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FF8F04-29CC-8FA8-7381-80A86900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1DA98-50E7-BA64-B542-2F44DE2A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76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CE59B-82EC-9C26-145A-610E3E0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8A1EE-4AE2-10C6-102A-421C3BC90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C02396-581E-9C73-C9F3-27E88C511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7E3122-F15B-C0BD-F99D-5372BF55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E4D811-6EF5-9A0B-FCF4-B0A1EA00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B69339-97D7-E8ED-EFF0-7E90A607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47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3009D-0BF6-2D30-5053-B91320AA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18298D-F308-345C-E618-460D946E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26384C-F79E-6DD6-547C-1E02A363F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69EDAD-9EF0-5DFC-D516-279E4C60D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A74A94-AB09-42F0-4EE0-CC0755133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0A4171-BFEF-DC47-928B-6FE05C42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AC4EF5-BE96-4067-11B3-5AF663B3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5D5190-C2ED-395A-764C-A7E595AB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81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ACA145-D0B2-C45C-34D1-B216842E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FE528D-7475-C4B3-6834-7B854FDC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F00191-02D2-11EE-D03E-02DA66CF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B8FBD7-AFBA-5D0D-8228-95F310F9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4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24DCCE-48A1-1559-91D6-A169A405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346F24-28AA-33D9-0B1A-BE08A218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88A568-192E-96AC-2129-A4FF5B0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69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DA636-2B83-6208-22BA-E29DABAD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80A351-E8B1-C372-0DF0-9069A72A9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E3817A-AA96-9C33-E1A0-E24D5A5CC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5C7FDB-3073-3D6E-5814-F87A50C6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E6E78F-D89C-C3C3-236D-297802A1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52C3C-2612-0061-DDE4-91573EB6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27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B47DA-9BBC-B319-D5F2-4D8AF505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9E271B-C3E0-E350-9728-B1B3960B7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CFDF22-1280-B8F6-FB7B-17BCB2292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F97D61-4F81-9583-EC75-8BE8135B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75393D-D6CD-7904-FEC6-2A2BC2E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702A1E-6B12-9175-534C-6CBF2461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99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D1DDA6-1EB7-E7DA-1195-54223DBF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E63F9C-7FF6-32B5-824F-E77EB518E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281D4A-5DB0-BEA7-31F8-8C2EA148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CA8701-CC6C-F85B-CC88-DF01F5C0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FB526-42EE-E728-6633-AC159E9D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89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BC97B0-F9B5-E97B-098E-BDAE6D09E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271011-AB7C-6B94-40BD-316F556D5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227614-3C4D-A96E-134E-6D83D995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9D890-C695-E1F1-35D7-AE4EFC1F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EBEF3-A188-DD01-815F-ADB7ED0B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76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07135B-AF41-BC62-4E3F-CEF70DDE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1D08D4-7564-23B3-1E4F-C1C5CEB57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981807-41C4-5B98-474B-149AF1525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D09E-04E5-4F16-B704-58289DD0F48F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52DE36-46B2-22E4-7BB3-AD12DABD1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45419-3A0F-65D0-BE11-A283E77DE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9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BA1814-9EBF-CA94-BEAA-96427E30EBD6}"/>
              </a:ext>
            </a:extLst>
          </p:cNvPr>
          <p:cNvSpPr txBox="1"/>
          <p:nvPr/>
        </p:nvSpPr>
        <p:spPr>
          <a:xfrm rot="10800000" flipH="1" flipV="1">
            <a:off x="9060449" y="1762298"/>
            <a:ext cx="446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/>
              <a:t>前提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A6409F-E663-2315-4B97-089E61EB50E6}"/>
              </a:ext>
            </a:extLst>
          </p:cNvPr>
          <p:cNvSpPr txBox="1"/>
          <p:nvPr/>
        </p:nvSpPr>
        <p:spPr>
          <a:xfrm>
            <a:off x="9102403" y="1924919"/>
            <a:ext cx="2014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" dirty="0"/>
              <a:t>座標平面の原点にカメラを</a:t>
            </a:r>
            <a:r>
              <a:rPr kumimoji="1" lang="en-US" altLang="ja-JP" sz="600" dirty="0"/>
              <a:t>y</a:t>
            </a:r>
            <a:r>
              <a:rPr kumimoji="1" lang="ja-JP" altLang="en-US" sz="600" dirty="0"/>
              <a:t>軸方向を向くように設置します。カメラに入ってくる光を</a:t>
            </a:r>
            <a:r>
              <a:rPr kumimoji="1" lang="ja-JP" altLang="en-US" sz="600" dirty="0">
                <a:highlight>
                  <a:srgbClr val="B4C7E7"/>
                </a:highlight>
              </a:rPr>
              <a:t>反射光</a:t>
            </a:r>
            <a:r>
              <a:rPr kumimoji="1" lang="ja-JP" altLang="en-US" sz="600" dirty="0"/>
              <a:t>、物体からの光を</a:t>
            </a:r>
            <a:r>
              <a:rPr kumimoji="1" lang="ja-JP" altLang="en-US" sz="600" dirty="0">
                <a:solidFill>
                  <a:schemeClr val="bg1"/>
                </a:solidFill>
                <a:highlight>
                  <a:srgbClr val="FF0000"/>
                </a:highlight>
              </a:rPr>
              <a:t>入射光</a:t>
            </a:r>
            <a:r>
              <a:rPr kumimoji="1" lang="ja-JP" altLang="en-US" sz="600" dirty="0"/>
              <a:t>、この時のミラーの傾きを</a:t>
            </a:r>
            <a:r>
              <a:rPr kumimoji="1" lang="ja-JP" altLang="en-US" sz="600" dirty="0">
                <a:highlight>
                  <a:srgbClr val="00FF00"/>
                </a:highlight>
              </a:rPr>
              <a:t>反射板</a:t>
            </a:r>
            <a:r>
              <a:rPr kumimoji="1" lang="ja-JP" altLang="en-US" sz="600" dirty="0"/>
              <a:t>と呼び、</a:t>
            </a:r>
            <a:r>
              <a:rPr kumimoji="1" lang="en-US" altLang="ja-JP" sz="600" dirty="0"/>
              <a:t>x</a:t>
            </a:r>
            <a:r>
              <a:rPr kumimoji="1" lang="ja-JP" altLang="en-US" sz="600" dirty="0"/>
              <a:t>軸と反射板のなす角を</a:t>
            </a:r>
            <a:r>
              <a:rPr kumimoji="1" lang="en-US" altLang="ja-JP" sz="600" dirty="0"/>
              <a:t>c</a:t>
            </a:r>
            <a:r>
              <a:rPr kumimoji="1" lang="ja-JP" altLang="en-US" sz="600" dirty="0"/>
              <a:t>度と置きます。また図</a:t>
            </a:r>
            <a:r>
              <a:rPr kumimoji="1" lang="en-US" altLang="ja-JP" sz="600" dirty="0"/>
              <a:t>1</a:t>
            </a:r>
            <a:r>
              <a:rPr kumimoji="1" lang="ja-JP" altLang="en-US" sz="600" dirty="0"/>
              <a:t>のように</a:t>
            </a:r>
            <a:r>
              <a:rPr kumimoji="1" lang="en-US" altLang="ja-JP" sz="600" dirty="0" err="1"/>
              <a:t>a,b,h,p,q</a:t>
            </a:r>
            <a:r>
              <a:rPr kumimoji="1" lang="ja-JP" altLang="en-US" sz="600" dirty="0"/>
              <a:t>を置きます。すると、入射角と反射角の性質より、二つの星　 の角度は等しくなります。</a:t>
            </a:r>
            <a:endParaRPr kumimoji="1" lang="en-US" altLang="ja-JP" sz="600" dirty="0"/>
          </a:p>
        </p:txBody>
      </p:sp>
      <p:sp>
        <p:nvSpPr>
          <p:cNvPr id="6" name="星: 5 pt 5">
            <a:extLst>
              <a:ext uri="{FF2B5EF4-FFF2-40B4-BE49-F238E27FC236}">
                <a16:creationId xmlns:a16="http://schemas.microsoft.com/office/drawing/2014/main" id="{3CB5BE8E-68BD-A0EB-7DC8-E54D389D45DC}"/>
              </a:ext>
            </a:extLst>
          </p:cNvPr>
          <p:cNvSpPr/>
          <p:nvPr/>
        </p:nvSpPr>
        <p:spPr>
          <a:xfrm>
            <a:off x="9898533" y="2440810"/>
            <a:ext cx="56839" cy="567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927951-BBB2-D867-211D-399A3FB96423}"/>
              </a:ext>
            </a:extLst>
          </p:cNvPr>
          <p:cNvSpPr txBox="1"/>
          <p:nvPr/>
        </p:nvSpPr>
        <p:spPr>
          <a:xfrm>
            <a:off x="9067235" y="2511813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u="sng" dirty="0"/>
              <a:t>図</a:t>
            </a:r>
            <a:r>
              <a:rPr kumimoji="1" lang="en-US" altLang="ja-JP" sz="800" u="sng" dirty="0"/>
              <a:t>1</a:t>
            </a:r>
            <a:endParaRPr kumimoji="1" lang="ja-JP" altLang="en-US" sz="800" u="sng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88B847B-74C3-6160-214B-62AE8A6CE549}"/>
              </a:ext>
            </a:extLst>
          </p:cNvPr>
          <p:cNvGrpSpPr/>
          <p:nvPr/>
        </p:nvGrpSpPr>
        <p:grpSpPr>
          <a:xfrm>
            <a:off x="9088114" y="2661457"/>
            <a:ext cx="1914690" cy="1638131"/>
            <a:chOff x="9390524" y="2665548"/>
            <a:chExt cx="1914690" cy="1638131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27DDAFF8-07B6-4D0D-C8DE-1DD0B3467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2009" y="2832777"/>
              <a:ext cx="1575109" cy="988568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6C97622-FE6A-1581-0C8F-4D983236B0C3}"/>
                </a:ext>
              </a:extLst>
            </p:cNvPr>
            <p:cNvSpPr txBox="1"/>
            <p:nvPr/>
          </p:nvSpPr>
          <p:spPr>
            <a:xfrm>
              <a:off x="9647771" y="343079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a</a:t>
              </a:r>
              <a:endParaRPr kumimoji="1" lang="ja-JP" altLang="en-US" sz="600" dirty="0"/>
            </a:p>
          </p:txBody>
        </p:sp>
        <p:sp>
          <p:nvSpPr>
            <p:cNvPr id="11" name="矢印: 右 10">
              <a:extLst>
                <a:ext uri="{FF2B5EF4-FFF2-40B4-BE49-F238E27FC236}">
                  <a16:creationId xmlns:a16="http://schemas.microsoft.com/office/drawing/2014/main" id="{21B9077E-208B-F02D-5C68-39A431605F47}"/>
                </a:ext>
              </a:extLst>
            </p:cNvPr>
            <p:cNvSpPr/>
            <p:nvPr/>
          </p:nvSpPr>
          <p:spPr>
            <a:xfrm rot="16200000">
              <a:off x="9645243" y="3731425"/>
              <a:ext cx="134171" cy="15792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EBE4460-0214-835C-A2CF-81634A14FF22}"/>
                </a:ext>
              </a:extLst>
            </p:cNvPr>
            <p:cNvSpPr txBox="1"/>
            <p:nvPr/>
          </p:nvSpPr>
          <p:spPr>
            <a:xfrm>
              <a:off x="9664035" y="3759215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/>
                <a:t>カメラ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3FBD99E-6E8A-975D-7084-DF46EC902423}"/>
                </a:ext>
              </a:extLst>
            </p:cNvPr>
            <p:cNvSpPr txBox="1"/>
            <p:nvPr/>
          </p:nvSpPr>
          <p:spPr>
            <a:xfrm>
              <a:off x="9888612" y="2863162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highlight>
                    <a:srgbClr val="B4C7E7"/>
                  </a:highlight>
                </a:rPr>
                <a:t>反射光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20F3E7B-CD1A-175B-16F1-B490853CE61E}"/>
                </a:ext>
              </a:extLst>
            </p:cNvPr>
            <p:cNvSpPr txBox="1"/>
            <p:nvPr/>
          </p:nvSpPr>
          <p:spPr>
            <a:xfrm>
              <a:off x="10284113" y="3412334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入射光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9DEA48C-DA77-F3E2-B3EE-E20DB63E367A}"/>
                </a:ext>
              </a:extLst>
            </p:cNvPr>
            <p:cNvSpPr txBox="1"/>
            <p:nvPr/>
          </p:nvSpPr>
          <p:spPr>
            <a:xfrm>
              <a:off x="10488850" y="2882740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highlight>
                    <a:srgbClr val="00FF00"/>
                  </a:highlight>
                </a:rPr>
                <a:t>反射板</a:t>
              </a:r>
            </a:p>
          </p:txBody>
        </p:sp>
        <p:sp>
          <p:nvSpPr>
            <p:cNvPr id="16" name="円弧 15">
              <a:extLst>
                <a:ext uri="{FF2B5EF4-FFF2-40B4-BE49-F238E27FC236}">
                  <a16:creationId xmlns:a16="http://schemas.microsoft.com/office/drawing/2014/main" id="{0BF509CE-540D-280C-D1C9-202461482427}"/>
                </a:ext>
              </a:extLst>
            </p:cNvPr>
            <p:cNvSpPr/>
            <p:nvPr/>
          </p:nvSpPr>
          <p:spPr>
            <a:xfrm>
              <a:off x="9656708" y="3574924"/>
              <a:ext cx="111179" cy="72946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5F9A622-0F82-0E3F-87C0-165CD453B0EA}"/>
                </a:ext>
              </a:extLst>
            </p:cNvPr>
            <p:cNvSpPr txBox="1"/>
            <p:nvPr/>
          </p:nvSpPr>
          <p:spPr>
            <a:xfrm>
              <a:off x="9663870" y="2982141"/>
              <a:ext cx="2247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b</a:t>
              </a:r>
              <a:endParaRPr kumimoji="1" lang="ja-JP" altLang="en-US" sz="600" dirty="0"/>
            </a:p>
          </p:txBody>
        </p:sp>
        <p:sp>
          <p:nvSpPr>
            <p:cNvPr id="18" name="円弧 17">
              <a:extLst>
                <a:ext uri="{FF2B5EF4-FFF2-40B4-BE49-F238E27FC236}">
                  <a16:creationId xmlns:a16="http://schemas.microsoft.com/office/drawing/2014/main" id="{14D0A759-3C5A-69DA-26F2-6D377057C927}"/>
                </a:ext>
              </a:extLst>
            </p:cNvPr>
            <p:cNvSpPr/>
            <p:nvPr/>
          </p:nvSpPr>
          <p:spPr>
            <a:xfrm rot="6424539">
              <a:off x="9670173" y="2925902"/>
              <a:ext cx="117475" cy="944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9387685-0C1B-9F81-ED43-D79DFC6E94B0}"/>
                </a:ext>
              </a:extLst>
            </p:cNvPr>
            <p:cNvCxnSpPr>
              <a:cxnSpLocks/>
            </p:cNvCxnSpPr>
            <p:nvPr/>
          </p:nvCxnSpPr>
          <p:spPr>
            <a:xfrm>
              <a:off x="10939408" y="2908236"/>
              <a:ext cx="0" cy="1276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42513A1-75B5-7F75-B62B-0539E23A2EC8}"/>
                </a:ext>
              </a:extLst>
            </p:cNvPr>
            <p:cNvSpPr txBox="1"/>
            <p:nvPr/>
          </p:nvSpPr>
          <p:spPr>
            <a:xfrm>
              <a:off x="10739243" y="2997402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600" dirty="0"/>
                <a:t>傾き</a:t>
              </a:r>
              <a:r>
                <a:rPr kumimoji="1" lang="en-US" altLang="ja-JP" sz="600" dirty="0"/>
                <a:t>:tan(c)</a:t>
              </a:r>
              <a:endParaRPr kumimoji="1" lang="ja-JP" altLang="en-US" sz="600" dirty="0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4A48F27-B964-5726-EE8D-DA97A114B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144" y="2943147"/>
              <a:ext cx="279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996FC735-2C08-BFE5-31D0-A7B2F443E20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892" y="2945528"/>
              <a:ext cx="0" cy="78820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3DA0703-41DF-6785-C445-CA51553FA084}"/>
                </a:ext>
              </a:extLst>
            </p:cNvPr>
            <p:cNvSpPr txBox="1"/>
            <p:nvPr/>
          </p:nvSpPr>
          <p:spPr>
            <a:xfrm>
              <a:off x="9390524" y="3235893"/>
              <a:ext cx="2247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h</a:t>
              </a:r>
              <a:endParaRPr kumimoji="1" lang="ja-JP" altLang="en-US" sz="600" dirty="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22F8025A-BECE-A418-9CF7-6423C10C09EA}"/>
                </a:ext>
              </a:extLst>
            </p:cNvPr>
            <p:cNvSpPr/>
            <p:nvPr/>
          </p:nvSpPr>
          <p:spPr>
            <a:xfrm>
              <a:off x="9457154" y="2694214"/>
              <a:ext cx="1830709" cy="15851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8E6FDA43-428D-6971-05E7-707BBF4B8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2116" y="2706264"/>
              <a:ext cx="0" cy="10337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0220568-CC27-FE5F-959A-73A78655B41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144" y="3735212"/>
              <a:ext cx="171211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F5F2ED0-9711-1501-C4AF-708FE466B115}"/>
                </a:ext>
              </a:extLst>
            </p:cNvPr>
            <p:cNvSpPr txBox="1"/>
            <p:nvPr/>
          </p:nvSpPr>
          <p:spPr>
            <a:xfrm>
              <a:off x="11075664" y="3749331"/>
              <a:ext cx="2295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>
                  <a:highlight>
                    <a:srgbClr val="808080"/>
                  </a:highlight>
                </a:rPr>
                <a:t>x</a:t>
              </a:r>
              <a:endParaRPr kumimoji="1" lang="ja-JP" altLang="en-US" sz="800" dirty="0">
                <a:highlight>
                  <a:srgbClr val="808080"/>
                </a:highlight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1AD9A9D-C613-B323-8D4B-2C4FC825CFF3}"/>
                </a:ext>
              </a:extLst>
            </p:cNvPr>
            <p:cNvSpPr txBox="1"/>
            <p:nvPr/>
          </p:nvSpPr>
          <p:spPr>
            <a:xfrm>
              <a:off x="9524417" y="2665548"/>
              <a:ext cx="2311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>
                  <a:highlight>
                    <a:srgbClr val="808080"/>
                  </a:highlight>
                </a:rPr>
                <a:t>y</a:t>
              </a:r>
              <a:endParaRPr kumimoji="1" lang="ja-JP" altLang="en-US" sz="800" dirty="0">
                <a:highlight>
                  <a:srgbClr val="808080"/>
                </a:highlight>
              </a:endParaRP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DD56BF9A-CAD3-4B06-A0D6-8D9331D24CE9}"/>
                </a:ext>
              </a:extLst>
            </p:cNvPr>
            <p:cNvCxnSpPr>
              <a:cxnSpLocks/>
            </p:cNvCxnSpPr>
            <p:nvPr/>
          </p:nvCxnSpPr>
          <p:spPr>
            <a:xfrm>
              <a:off x="9994052" y="3176618"/>
              <a:ext cx="0" cy="1579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629DE373-5867-8906-DCBC-8DDFBEF3130C}"/>
                </a:ext>
              </a:extLst>
            </p:cNvPr>
            <p:cNvSpPr txBox="1"/>
            <p:nvPr/>
          </p:nvSpPr>
          <p:spPr>
            <a:xfrm>
              <a:off x="9847067" y="3292859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600" dirty="0"/>
                <a:t>交点</a:t>
              </a:r>
              <a:r>
                <a:rPr kumimoji="1" lang="en-US" altLang="ja-JP" sz="600" dirty="0"/>
                <a:t>(</a:t>
              </a:r>
              <a:r>
                <a:rPr kumimoji="1" lang="en-US" altLang="ja-JP" sz="600" dirty="0" err="1"/>
                <a:t>p,q</a:t>
              </a:r>
              <a:r>
                <a:rPr kumimoji="1" lang="en-US" altLang="ja-JP" sz="600" dirty="0"/>
                <a:t>)</a:t>
              </a:r>
              <a:endParaRPr kumimoji="1" lang="ja-JP" altLang="en-US" sz="600" dirty="0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EC88BEC0-A1F4-BA67-CE63-007EDD570988}"/>
                </a:ext>
              </a:extLst>
            </p:cNvPr>
            <p:cNvSpPr/>
            <p:nvPr/>
          </p:nvSpPr>
          <p:spPr>
            <a:xfrm flipH="1">
              <a:off x="9971794" y="31258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星: 5 pt 31">
              <a:extLst>
                <a:ext uri="{FF2B5EF4-FFF2-40B4-BE49-F238E27FC236}">
                  <a16:creationId xmlns:a16="http://schemas.microsoft.com/office/drawing/2014/main" id="{E052480C-AAE0-B51D-B6A5-E880D8439DB5}"/>
                </a:ext>
              </a:extLst>
            </p:cNvPr>
            <p:cNvSpPr/>
            <p:nvPr/>
          </p:nvSpPr>
          <p:spPr>
            <a:xfrm>
              <a:off x="10096814" y="3138246"/>
              <a:ext cx="56839" cy="56756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星: 5 pt 32">
              <a:extLst>
                <a:ext uri="{FF2B5EF4-FFF2-40B4-BE49-F238E27FC236}">
                  <a16:creationId xmlns:a16="http://schemas.microsoft.com/office/drawing/2014/main" id="{34EC9C78-B91E-C158-FEA6-EC578B76C462}"/>
                </a:ext>
              </a:extLst>
            </p:cNvPr>
            <p:cNvSpPr/>
            <p:nvPr/>
          </p:nvSpPr>
          <p:spPr>
            <a:xfrm>
              <a:off x="9854793" y="3202145"/>
              <a:ext cx="56839" cy="56756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DCD79A18-07F0-F9D9-E4FC-6DFBF6BBBD67}"/>
                </a:ext>
              </a:extLst>
            </p:cNvPr>
            <p:cNvSpPr/>
            <p:nvPr/>
          </p:nvSpPr>
          <p:spPr>
            <a:xfrm flipH="1">
              <a:off x="10783800" y="37123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B2118D6-674F-03F5-5694-6F84F156CB83}"/>
                </a:ext>
              </a:extLst>
            </p:cNvPr>
            <p:cNvSpPr txBox="1"/>
            <p:nvPr/>
          </p:nvSpPr>
          <p:spPr>
            <a:xfrm>
              <a:off x="10613299" y="3710720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" dirty="0"/>
                <a:t>(d,0)</a:t>
              </a:r>
              <a:endParaRPr kumimoji="1" lang="ja-JP" altLang="en-US" sz="600" dirty="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6BD1434D-B8DC-1338-307C-2C227F9DD8B5}"/>
                </a:ext>
              </a:extLst>
            </p:cNvPr>
            <p:cNvSpPr txBox="1"/>
            <p:nvPr/>
          </p:nvSpPr>
          <p:spPr>
            <a:xfrm>
              <a:off x="9399121" y="3934347"/>
              <a:ext cx="18260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" dirty="0"/>
                <a:t>a:y</a:t>
              </a:r>
              <a:r>
                <a:rPr kumimoji="1" lang="ja-JP" altLang="en-US" sz="600" dirty="0"/>
                <a:t>軸と反射光のなす角　</a:t>
              </a:r>
              <a:r>
                <a:rPr kumimoji="1" lang="en-US" altLang="ja-JP" sz="600" dirty="0"/>
                <a:t>b:y</a:t>
              </a:r>
              <a:r>
                <a:rPr kumimoji="1" lang="ja-JP" altLang="en-US" sz="600" dirty="0"/>
                <a:t>軸と入射光のなす角</a:t>
              </a:r>
              <a:endParaRPr kumimoji="1" lang="en-US" altLang="ja-JP" sz="600" dirty="0"/>
            </a:p>
            <a:p>
              <a:r>
                <a:rPr kumimoji="1" lang="en-US" altLang="ja-JP" sz="600" dirty="0"/>
                <a:t>h:</a:t>
              </a:r>
              <a:r>
                <a:rPr kumimoji="1" lang="ja-JP" altLang="en-US" sz="600" dirty="0"/>
                <a:t>入射光と</a:t>
              </a:r>
              <a:r>
                <a:rPr kumimoji="1" lang="en-US" altLang="ja-JP" sz="600" dirty="0"/>
                <a:t>y</a:t>
              </a:r>
              <a:r>
                <a:rPr kumimoji="1" lang="ja-JP" altLang="en-US" sz="600" dirty="0"/>
                <a:t>軸との交点の</a:t>
              </a:r>
              <a:r>
                <a:rPr kumimoji="1" lang="en-US" altLang="ja-JP" sz="600" dirty="0"/>
                <a:t>y</a:t>
              </a:r>
              <a:r>
                <a:rPr kumimoji="1" lang="ja-JP" altLang="en-US" sz="600" dirty="0"/>
                <a:t>座標</a:t>
              </a:r>
              <a:endParaRPr kumimoji="1" lang="en-US" altLang="ja-JP" sz="600" dirty="0"/>
            </a:p>
            <a:p>
              <a:r>
                <a:rPr kumimoji="1" lang="en-US" altLang="ja-JP" sz="600" dirty="0"/>
                <a:t>(</a:t>
              </a:r>
              <a:r>
                <a:rPr kumimoji="1" lang="en-US" altLang="ja-JP" sz="600" dirty="0" err="1"/>
                <a:t>p,q</a:t>
              </a:r>
              <a:r>
                <a:rPr kumimoji="1" lang="en-US" altLang="ja-JP" sz="600" dirty="0"/>
                <a:t>):</a:t>
              </a:r>
              <a:r>
                <a:rPr kumimoji="1" lang="ja-JP" altLang="en-US" sz="600" dirty="0"/>
                <a:t>反射光と入射光の交点</a:t>
              </a:r>
              <a:endParaRPr kumimoji="1" lang="en-US" altLang="ja-JP" sz="600" dirty="0"/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9687166-9F9F-5812-798B-6EB3AC4ACCF7}"/>
              </a:ext>
            </a:extLst>
          </p:cNvPr>
          <p:cNvGrpSpPr/>
          <p:nvPr/>
        </p:nvGrpSpPr>
        <p:grpSpPr>
          <a:xfrm>
            <a:off x="777184" y="-14890"/>
            <a:ext cx="4184438" cy="2565597"/>
            <a:chOff x="777184" y="-14890"/>
            <a:chExt cx="4184438" cy="2565597"/>
          </a:xfrm>
        </p:grpSpPr>
        <p:sp>
          <p:nvSpPr>
            <p:cNvPr id="46" name="円弧 45">
              <a:extLst>
                <a:ext uri="{FF2B5EF4-FFF2-40B4-BE49-F238E27FC236}">
                  <a16:creationId xmlns:a16="http://schemas.microsoft.com/office/drawing/2014/main" id="{CDFAAA52-066E-B9A3-51F4-19238CF1FEEE}"/>
                </a:ext>
              </a:extLst>
            </p:cNvPr>
            <p:cNvSpPr/>
            <p:nvPr/>
          </p:nvSpPr>
          <p:spPr>
            <a:xfrm rot="2959031">
              <a:off x="2658879" y="578968"/>
              <a:ext cx="224568" cy="10631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8" name="直線コネクタ 197">
              <a:extLst>
                <a:ext uri="{FF2B5EF4-FFF2-40B4-BE49-F238E27FC236}">
                  <a16:creationId xmlns:a16="http://schemas.microsoft.com/office/drawing/2014/main" id="{12A5AE85-41A3-23AE-CACD-F192BA112E45}"/>
                </a:ext>
              </a:extLst>
            </p:cNvPr>
            <p:cNvCxnSpPr>
              <a:cxnSpLocks/>
              <a:stCxn id="194" idx="0"/>
              <a:endCxn id="102" idx="2"/>
            </p:cNvCxnSpPr>
            <p:nvPr/>
          </p:nvCxnSpPr>
          <p:spPr>
            <a:xfrm flipV="1">
              <a:off x="873688" y="714274"/>
              <a:ext cx="635588" cy="5903"/>
            </a:xfrm>
            <a:prstGeom prst="line">
              <a:avLst/>
            </a:prstGeom>
            <a:ln w="19050"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線コネクタ 199">
              <a:extLst>
                <a:ext uri="{FF2B5EF4-FFF2-40B4-BE49-F238E27FC236}">
                  <a16:creationId xmlns:a16="http://schemas.microsoft.com/office/drawing/2014/main" id="{181237A6-AEBB-97CC-5BF2-A15C22B168F3}"/>
                </a:ext>
              </a:extLst>
            </p:cNvPr>
            <p:cNvCxnSpPr>
              <a:cxnSpLocks/>
              <a:endCxn id="102" idx="6"/>
            </p:cNvCxnSpPr>
            <p:nvPr/>
          </p:nvCxnSpPr>
          <p:spPr>
            <a:xfrm flipH="1" flipV="1">
              <a:off x="1575807" y="714274"/>
              <a:ext cx="638141" cy="3567"/>
            </a:xfrm>
            <a:prstGeom prst="line">
              <a:avLst/>
            </a:prstGeom>
            <a:ln w="19050"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円弧 179">
              <a:extLst>
                <a:ext uri="{FF2B5EF4-FFF2-40B4-BE49-F238E27FC236}">
                  <a16:creationId xmlns:a16="http://schemas.microsoft.com/office/drawing/2014/main" id="{4C1D95AC-4EA8-5B50-3AF6-CCE381440845}"/>
                </a:ext>
              </a:extLst>
            </p:cNvPr>
            <p:cNvSpPr/>
            <p:nvPr/>
          </p:nvSpPr>
          <p:spPr>
            <a:xfrm rot="7642928">
              <a:off x="1498360" y="689874"/>
              <a:ext cx="224568" cy="10631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F7C105EC-963A-CE80-4A5E-248C8602BF5C}"/>
                </a:ext>
              </a:extLst>
            </p:cNvPr>
            <p:cNvSpPr/>
            <p:nvPr/>
          </p:nvSpPr>
          <p:spPr>
            <a:xfrm>
              <a:off x="1583796" y="963707"/>
              <a:ext cx="168146" cy="82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46BB6CC3-E9FF-34E4-D1FC-C00F676976C9}"/>
                </a:ext>
              </a:extLst>
            </p:cNvPr>
            <p:cNvSpPr txBox="1"/>
            <p:nvPr/>
          </p:nvSpPr>
          <p:spPr>
            <a:xfrm>
              <a:off x="1476038" y="141811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a</a:t>
              </a:r>
              <a:endParaRPr kumimoji="1" lang="ja-JP" altLang="en-US" dirty="0"/>
            </a:p>
          </p:txBody>
        </p:sp>
        <p:sp>
          <p:nvSpPr>
            <p:cNvPr id="118" name="円弧 117">
              <a:extLst>
                <a:ext uri="{FF2B5EF4-FFF2-40B4-BE49-F238E27FC236}">
                  <a16:creationId xmlns:a16="http://schemas.microsoft.com/office/drawing/2014/main" id="{4F279B67-CC55-07E3-CC54-638BDCAE0989}"/>
                </a:ext>
              </a:extLst>
            </p:cNvPr>
            <p:cNvSpPr/>
            <p:nvPr/>
          </p:nvSpPr>
          <p:spPr>
            <a:xfrm rot="20753738">
              <a:off x="1439186" y="1737951"/>
              <a:ext cx="224568" cy="10631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EC026B41-78D0-411D-79C7-97EE0C90911C}"/>
                </a:ext>
              </a:extLst>
            </p:cNvPr>
            <p:cNvCxnSpPr>
              <a:cxnSpLocks/>
              <a:endCxn id="103" idx="2"/>
            </p:cNvCxnSpPr>
            <p:nvPr/>
          </p:nvCxnSpPr>
          <p:spPr>
            <a:xfrm>
              <a:off x="996640" y="2054395"/>
              <a:ext cx="512636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C10FB7F5-95DB-4091-9F86-07289FDE7BF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553" y="2054398"/>
              <a:ext cx="32554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CAAFC54A-973B-3C3F-BA22-0BBA53A6CDB7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V="1">
              <a:off x="1542545" y="127000"/>
              <a:ext cx="8" cy="21566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楕円 102">
              <a:extLst>
                <a:ext uri="{FF2B5EF4-FFF2-40B4-BE49-F238E27FC236}">
                  <a16:creationId xmlns:a16="http://schemas.microsoft.com/office/drawing/2014/main" id="{B9161C5D-EBFA-BBC0-F39B-28A1AEDA1AD0}"/>
                </a:ext>
              </a:extLst>
            </p:cNvPr>
            <p:cNvSpPr/>
            <p:nvPr/>
          </p:nvSpPr>
          <p:spPr>
            <a:xfrm>
              <a:off x="1509276" y="2020166"/>
              <a:ext cx="66531" cy="6845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AB5A65E5-D1CE-5AD5-25E5-9B8A399E8B12}"/>
                </a:ext>
              </a:extLst>
            </p:cNvPr>
            <p:cNvSpPr txBox="1"/>
            <p:nvPr/>
          </p:nvSpPr>
          <p:spPr>
            <a:xfrm>
              <a:off x="4653524" y="200726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/>
                <a:t>x</a:t>
              </a:r>
              <a:endParaRPr kumimoji="1" lang="ja-JP" altLang="en-US" b="1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10A2D836-8E21-CB8C-E746-F8FC169A1428}"/>
                </a:ext>
              </a:extLst>
            </p:cNvPr>
            <p:cNvSpPr txBox="1"/>
            <p:nvPr/>
          </p:nvSpPr>
          <p:spPr>
            <a:xfrm>
              <a:off x="1234454" y="-1489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b="1" dirty="0"/>
                <a:t>y</a:t>
              </a:r>
              <a:endParaRPr kumimoji="1" lang="ja-JP" altLang="en-US" b="1" dirty="0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C95CBEB4-8C09-A3AF-5942-4FD4FA916502}"/>
                </a:ext>
              </a:extLst>
            </p:cNvPr>
            <p:cNvSpPr txBox="1"/>
            <p:nvPr/>
          </p:nvSpPr>
          <p:spPr>
            <a:xfrm>
              <a:off x="3311123" y="249077"/>
              <a:ext cx="11192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接線</a:t>
              </a:r>
              <a:endParaRPr kumimoji="1" lang="en-US" altLang="ja-JP" sz="1200" dirty="0">
                <a:solidFill>
                  <a:schemeClr val="bg1"/>
                </a:solidFill>
                <a:highlight>
                  <a:srgbClr val="FF0000"/>
                </a:highlight>
              </a:endParaRPr>
            </a:p>
            <a:p>
              <a:r>
                <a:rPr kumimoji="1" lang="ja-JP" altLang="en-US" sz="1200" dirty="0"/>
                <a:t>→傾き</a:t>
              </a:r>
              <a:r>
                <a:rPr kumimoji="1" lang="en-US" altLang="ja-JP" sz="1200" dirty="0"/>
                <a:t>:tan(c)</a:t>
              </a:r>
              <a:endParaRPr kumimoji="1" lang="ja-JP" altLang="en-US" sz="1200" dirty="0"/>
            </a:p>
          </p:txBody>
        </p:sp>
        <p:sp>
          <p:nvSpPr>
            <p:cNvPr id="57" name="矢印: 下 56">
              <a:extLst>
                <a:ext uri="{FF2B5EF4-FFF2-40B4-BE49-F238E27FC236}">
                  <a16:creationId xmlns:a16="http://schemas.microsoft.com/office/drawing/2014/main" id="{1F9813DB-BBF9-31AE-D695-AA8D03B19327}"/>
                </a:ext>
              </a:extLst>
            </p:cNvPr>
            <p:cNvSpPr/>
            <p:nvPr/>
          </p:nvSpPr>
          <p:spPr>
            <a:xfrm rot="10800000">
              <a:off x="1411746" y="2054397"/>
              <a:ext cx="261599" cy="22921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931E0D26-2F2F-D8EA-8EE4-F59B53FC243A}"/>
                </a:ext>
              </a:extLst>
            </p:cNvPr>
            <p:cNvSpPr txBox="1"/>
            <p:nvPr/>
          </p:nvSpPr>
          <p:spPr>
            <a:xfrm>
              <a:off x="1218850" y="227370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>
                  <a:highlight>
                    <a:srgbClr val="00FF00"/>
                  </a:highlight>
                </a:rPr>
                <a:t>カメラ</a:t>
              </a:r>
            </a:p>
          </p:txBody>
        </p: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21E2516D-E78F-6912-2D3F-905D9A991BE8}"/>
                </a:ext>
              </a:extLst>
            </p:cNvPr>
            <p:cNvCxnSpPr>
              <a:cxnSpLocks/>
            </p:cNvCxnSpPr>
            <p:nvPr/>
          </p:nvCxnSpPr>
          <p:spPr>
            <a:xfrm>
              <a:off x="1537282" y="713048"/>
              <a:ext cx="2665735" cy="1307118"/>
            </a:xfrm>
            <a:prstGeom prst="straightConnector1">
              <a:avLst/>
            </a:prstGeom>
            <a:ln w="28575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楕円 88">
              <a:extLst>
                <a:ext uri="{FF2B5EF4-FFF2-40B4-BE49-F238E27FC236}">
                  <a16:creationId xmlns:a16="http://schemas.microsoft.com/office/drawing/2014/main" id="{3CBEE743-8C5D-59C8-3E4C-479B915AC25C}"/>
                </a:ext>
              </a:extLst>
            </p:cNvPr>
            <p:cNvSpPr/>
            <p:nvPr/>
          </p:nvSpPr>
          <p:spPr>
            <a:xfrm>
              <a:off x="2139450" y="923137"/>
              <a:ext cx="53535" cy="5393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楕円 89">
              <a:extLst>
                <a:ext uri="{FF2B5EF4-FFF2-40B4-BE49-F238E27FC236}">
                  <a16:creationId xmlns:a16="http://schemas.microsoft.com/office/drawing/2014/main" id="{36323DDA-C3F1-5AAF-9906-6ADDEF119500}"/>
                </a:ext>
              </a:extLst>
            </p:cNvPr>
            <p:cNvSpPr/>
            <p:nvPr/>
          </p:nvSpPr>
          <p:spPr>
            <a:xfrm>
              <a:off x="1836908" y="1050261"/>
              <a:ext cx="53535" cy="5393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楕円 101">
              <a:extLst>
                <a:ext uri="{FF2B5EF4-FFF2-40B4-BE49-F238E27FC236}">
                  <a16:creationId xmlns:a16="http://schemas.microsoft.com/office/drawing/2014/main" id="{74CF8013-DE4A-1A14-0686-57F4867B1F53}"/>
                </a:ext>
              </a:extLst>
            </p:cNvPr>
            <p:cNvSpPr/>
            <p:nvPr/>
          </p:nvSpPr>
          <p:spPr>
            <a:xfrm>
              <a:off x="1509276" y="679701"/>
              <a:ext cx="66531" cy="6914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13" name="直線矢印コネクタ 112">
              <a:extLst>
                <a:ext uri="{FF2B5EF4-FFF2-40B4-BE49-F238E27FC236}">
                  <a16:creationId xmlns:a16="http://schemas.microsoft.com/office/drawing/2014/main" id="{ABD1FB18-F6D5-A5BB-F1F4-72C3F546683C}"/>
                </a:ext>
              </a:extLst>
            </p:cNvPr>
            <p:cNvCxnSpPr>
              <a:cxnSpLocks/>
            </p:cNvCxnSpPr>
            <p:nvPr/>
          </p:nvCxnSpPr>
          <p:spPr>
            <a:xfrm>
              <a:off x="1338263" y="722407"/>
              <a:ext cx="0" cy="131633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2A1BDD4E-3F88-F0C2-B7B5-4B560E55EFED}"/>
                </a:ext>
              </a:extLst>
            </p:cNvPr>
            <p:cNvSpPr txBox="1"/>
            <p:nvPr/>
          </p:nvSpPr>
          <p:spPr>
            <a:xfrm>
              <a:off x="1114155" y="1195907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h</a:t>
              </a:r>
              <a:endParaRPr kumimoji="1" lang="ja-JP" altLang="en-US" dirty="0"/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7F8891BC-787D-9260-8122-2E6D1608106B}"/>
                </a:ext>
              </a:extLst>
            </p:cNvPr>
            <p:cNvSpPr txBox="1"/>
            <p:nvPr/>
          </p:nvSpPr>
          <p:spPr>
            <a:xfrm>
              <a:off x="777184" y="453663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200" dirty="0">
                  <a:highlight>
                    <a:srgbClr val="8FAADC"/>
                  </a:highlight>
                </a:rPr>
                <a:t>ミラー</a:t>
              </a:r>
              <a:endParaRPr kumimoji="1" lang="ja-JP" altLang="en-US" sz="1200" dirty="0">
                <a:highlight>
                  <a:srgbClr val="8FAADC"/>
                </a:highlight>
              </a:endParaRPr>
            </a:p>
          </p:txBody>
        </p: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99C81A06-036C-0BE7-A1AD-2055C107F808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 flipV="1">
              <a:off x="1542545" y="955090"/>
              <a:ext cx="454655" cy="1099307"/>
            </a:xfrm>
            <a:prstGeom prst="straightConnector1">
              <a:avLst/>
            </a:prstGeom>
            <a:ln w="28575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テキスト ボックス 180">
              <a:extLst>
                <a:ext uri="{FF2B5EF4-FFF2-40B4-BE49-F238E27FC236}">
                  <a16:creationId xmlns:a16="http://schemas.microsoft.com/office/drawing/2014/main" id="{D50351CF-FC15-6467-F5AF-4B4D51A6D085}"/>
                </a:ext>
              </a:extLst>
            </p:cNvPr>
            <p:cNvSpPr txBox="1"/>
            <p:nvPr/>
          </p:nvSpPr>
          <p:spPr>
            <a:xfrm>
              <a:off x="1506723" y="75192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b</a:t>
              </a:r>
              <a:endParaRPr kumimoji="1" lang="ja-JP" altLang="en-US" dirty="0"/>
            </a:p>
          </p:txBody>
        </p:sp>
        <p:sp>
          <p:nvSpPr>
            <p:cNvPr id="194" name="フリーフォーム: 図形 193">
              <a:extLst>
                <a:ext uri="{FF2B5EF4-FFF2-40B4-BE49-F238E27FC236}">
                  <a16:creationId xmlns:a16="http://schemas.microsoft.com/office/drawing/2014/main" id="{D0A84184-451E-C0EA-D52B-BC0675955306}"/>
                </a:ext>
              </a:extLst>
            </p:cNvPr>
            <p:cNvSpPr/>
            <p:nvPr/>
          </p:nvSpPr>
          <p:spPr>
            <a:xfrm rot="21540000" flipH="1">
              <a:off x="876609" y="714416"/>
              <a:ext cx="657225" cy="340518"/>
            </a:xfrm>
            <a:custGeom>
              <a:avLst/>
              <a:gdLst>
                <a:gd name="csX0" fmla="*/ 657225 w 657225"/>
                <a:gd name="csY0" fmla="*/ 0 h 340518"/>
                <a:gd name="csX1" fmla="*/ 452438 w 657225"/>
                <a:gd name="csY1" fmla="*/ 228600 h 340518"/>
                <a:gd name="csX2" fmla="*/ 0 w 657225"/>
                <a:gd name="csY2" fmla="*/ 340518 h 340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7225" h="340518">
                  <a:moveTo>
                    <a:pt x="657225" y="0"/>
                  </a:moveTo>
                  <a:cubicBezTo>
                    <a:pt x="609600" y="85923"/>
                    <a:pt x="561976" y="171847"/>
                    <a:pt x="452438" y="228600"/>
                  </a:cubicBezTo>
                  <a:cubicBezTo>
                    <a:pt x="342900" y="285353"/>
                    <a:pt x="171450" y="312935"/>
                    <a:pt x="0" y="340518"/>
                  </a:cubicBezTo>
                </a:path>
              </a:pathLst>
            </a:cu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02" name="フリーフォーム: 図形 201">
              <a:extLst>
                <a:ext uri="{FF2B5EF4-FFF2-40B4-BE49-F238E27FC236}">
                  <a16:creationId xmlns:a16="http://schemas.microsoft.com/office/drawing/2014/main" id="{EED629D2-7114-D10B-8E1D-E1746D42A027}"/>
                </a:ext>
              </a:extLst>
            </p:cNvPr>
            <p:cNvSpPr/>
            <p:nvPr/>
          </p:nvSpPr>
          <p:spPr>
            <a:xfrm rot="60000">
              <a:off x="1555285" y="713026"/>
              <a:ext cx="657225" cy="340518"/>
            </a:xfrm>
            <a:custGeom>
              <a:avLst/>
              <a:gdLst>
                <a:gd name="csX0" fmla="*/ 657225 w 657225"/>
                <a:gd name="csY0" fmla="*/ 0 h 340518"/>
                <a:gd name="csX1" fmla="*/ 452438 w 657225"/>
                <a:gd name="csY1" fmla="*/ 228600 h 340518"/>
                <a:gd name="csX2" fmla="*/ 0 w 657225"/>
                <a:gd name="csY2" fmla="*/ 340518 h 340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57225" h="340518">
                  <a:moveTo>
                    <a:pt x="657225" y="0"/>
                  </a:moveTo>
                  <a:cubicBezTo>
                    <a:pt x="609600" y="85923"/>
                    <a:pt x="561976" y="171847"/>
                    <a:pt x="452438" y="228600"/>
                  </a:cubicBezTo>
                  <a:cubicBezTo>
                    <a:pt x="342900" y="285353"/>
                    <a:pt x="171450" y="312935"/>
                    <a:pt x="0" y="340518"/>
                  </a:cubicBezTo>
                </a:path>
              </a:pathLst>
            </a:cu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C5AA0556-ACCD-4C97-9E30-290C642F3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9616" y="361098"/>
              <a:ext cx="1929067" cy="83263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22FF457E-2D82-D768-5182-7DDD3EF63A48}"/>
                </a:ext>
              </a:extLst>
            </p:cNvPr>
            <p:cNvSpPr/>
            <p:nvPr/>
          </p:nvSpPr>
          <p:spPr>
            <a:xfrm>
              <a:off x="4226426" y="1466850"/>
              <a:ext cx="264612" cy="5568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物体</a:t>
              </a:r>
              <a:endParaRPr kumimoji="1" lang="ja-JP" altLang="en-US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6B65DD0F-9EBE-5FA1-F6C9-85DD33FBBB73}"/>
                </a:ext>
              </a:extLst>
            </p:cNvPr>
            <p:cNvCxnSpPr>
              <a:cxnSpLocks/>
              <a:stCxn id="202" idx="0"/>
            </p:cNvCxnSpPr>
            <p:nvPr/>
          </p:nvCxnSpPr>
          <p:spPr>
            <a:xfrm flipV="1">
              <a:off x="2215431" y="717225"/>
              <a:ext cx="1204496" cy="1562"/>
            </a:xfrm>
            <a:prstGeom prst="line">
              <a:avLst/>
            </a:prstGeom>
            <a:ln w="19050">
              <a:solidFill>
                <a:srgbClr val="8FAADC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F1872CB4-6B3D-2D80-E5BA-8A3F49F9590E}"/>
                </a:ext>
              </a:extLst>
            </p:cNvPr>
            <p:cNvSpPr txBox="1"/>
            <p:nvPr/>
          </p:nvSpPr>
          <p:spPr>
            <a:xfrm>
              <a:off x="2826485" y="436871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c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822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180</Words>
  <Application>Microsoft Office PowerPoint</Application>
  <PresentationFormat>ワイド画面</PresentationFormat>
  <Paragraphs>29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晟乃 中村</dc:creator>
  <cp:lastModifiedBy>晟乃 中村</cp:lastModifiedBy>
  <cp:revision>1</cp:revision>
  <dcterms:created xsi:type="dcterms:W3CDTF">2026-02-28T15:29:02Z</dcterms:created>
  <dcterms:modified xsi:type="dcterms:W3CDTF">2026-03-03T08:21:41Z</dcterms:modified>
</cp:coreProperties>
</file>