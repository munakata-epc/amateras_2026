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68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-668" y="-3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4T05:45:21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24575,'65'219'0,"-50"-180"0,23 40 0,-8-18 0,-3-2 0,3-1 0,3-1 0,2-2 0,2-2 0,55 60 0,-70-86 0,-1 1 0,20 34 0,-23-32 0,2-1 0,26 29 0,-22-33 0,1-2 0,0-1 0,2-1 0,1-2 0,50 28 0,-22-16 0,139 74 0,-140-78 0,95 30 0,-143-54 0,90 28 0,171 30 0,-137-43 0,294 53 0,14 13 0,-277-74 0,-102-8 0,60 9 0,-56-2 0,91-1 0,64-13 0,163-43 0,-104 8 0,-43 25 0,-36 5 0,-19 3 0,-86 5 0,-34-3 0,14-1 0,-39 6-1365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4T05:48:08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24575,'22'206'0,"-12"-187"0,-1-6 0,19 38 0,70 135 0,-93-174 0,-1 1 0,0 0 0,-1 0 0,-1 1 0,0-1 0,0 0 0,-1 1 0,-2 14 0,2-18 0,1-1 0,-1 1 0,1-1 0,1 0 0,0 1 0,7 15 0,31 51 0,60 95 0,75 120 0,-153-257 0,2 0 0,33 35 0,-38-50 0,1-2 0,0 0 0,41 22 0,-39-25 0,0 1 0,-1 1 0,34 32 0,-27-21 0,47 34 0,-18-15 0,5 0 0,1-3 0,120 61 0,-79-47 0,244 130 0,-200-104 0,36 18 0,-137-82 0,0-2 0,68 14 0,-27-9 0,201 70 0,-237-70 0,-29-12 0,27 9 0,-8-3 0,-33-12 0,0 0 0,0-1 0,0 0 0,0 0 0,13 1 0,4-1 0,0 2 0,41 12 0,-54-14 0,0-1 0,1-1 0,0 0 0,26-2 0,-8 0 0,-33 1-28,0 0 1,1 0-1,-1 0 0,0 0 0,1 0 0,-1 0 0,0 0 0,1 0 0,-1 0 1,0 0-1,1 0 0,-1 1 0,0-1 0,1 0 0,-1 0 0,0 0 1,1 0-1,-1 1 0,0-1 0,0 0 0,1 0 0,-1 1 0,0-1 1,0 0-1,1 0 0,-1 1 0,0-1 0,0 0 0,0 1 0,0-1 1,0 0-1,1 1 0,-1-1 0,0 0 0,0 1 0,0-1 0,0 0 0,0 1 1,0-1-1,0 0 0,0 1 0,0-1 0,0 0 0,0 1 0,0-1 1,0 0-1,-1 1 0,1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44B231-7E7F-BD9B-EE58-C643E4726F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116BA4E-A01F-1206-DB17-72B23E479F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6352F3-399D-5D53-FC34-07CF43A51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FCAD-027B-4F88-AEFD-8495EB1D7B34}" type="datetimeFigureOut">
              <a:rPr kumimoji="1" lang="ja-JP" altLang="en-US" smtClean="0"/>
              <a:t>2023/3/4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4FF1A1-EC8E-9047-143B-D75C03CB3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BB4A31-B3E3-C68C-8F96-39C828F4C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A4FC-4374-4C30-B9E5-CD53E37F97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5465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0C32A1-BC5C-4113-4596-5CF31D37D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CC8E889-7105-6BBA-0E1B-05B515C41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646A07-EB2B-E5E1-06D6-DF3B15624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FCAD-027B-4F88-AEFD-8495EB1D7B34}" type="datetimeFigureOut">
              <a:rPr kumimoji="1" lang="ja-JP" altLang="en-US" smtClean="0"/>
              <a:t>2023/3/4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0098135-6297-8C28-E150-14D65A870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75AB169-4E76-0D62-45AF-68B35B266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A4FC-4374-4C30-B9E5-CD53E37F97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7940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738127-42F0-F4B2-58E8-1B0BDAE63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1380D4E-D03F-8BDC-839D-36F6F8587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6D9991-14DA-703E-20D5-99A83391F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FCAD-027B-4F88-AEFD-8495EB1D7B34}" type="datetimeFigureOut">
              <a:rPr kumimoji="1" lang="ja-JP" altLang="en-US" smtClean="0"/>
              <a:t>2023/3/4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038C85-5626-E19A-26E6-753045EEB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1C3767-E201-675C-65DB-CA94FBD45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A4FC-4374-4C30-B9E5-CD53E37F97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0899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E32543-3E2D-5138-5B9B-47957F3B8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52304B-E7BB-6331-5511-82683AC8E5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02EBEE6-2015-9E77-C03B-86072853ED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2C51186-4A0A-D515-4DD3-AC53B5AF6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FCAD-027B-4F88-AEFD-8495EB1D7B34}" type="datetimeFigureOut">
              <a:rPr kumimoji="1" lang="ja-JP" altLang="en-US" smtClean="0"/>
              <a:t>2023/3/4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C36B54D-28E4-58B0-5C11-5A2B841A4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D05DB9D-57F3-B480-DC22-57AA7F1F2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A4FC-4374-4C30-B9E5-CD53E37F97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5768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826F40-3D52-C197-7153-67FE9B5BF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F030833-7F70-FB9E-8C38-596FF1AE9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D77B2A7-23CE-D076-581A-DD0BA0077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6F436E7-4005-2CDB-594D-63C4E02AAA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E139C33-5DA7-1803-AE1C-81A96D1E0A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80BFD94-B5E3-A496-B393-FD9BFEDA6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FCAD-027B-4F88-AEFD-8495EB1D7B34}" type="datetimeFigureOut">
              <a:rPr kumimoji="1" lang="ja-JP" altLang="en-US" smtClean="0"/>
              <a:t>2023/3/4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35DE9BB-A2BB-281F-5E2B-0ADB19195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6A72FD1-36D8-1B0E-387F-80148D4A7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A4FC-4374-4C30-B9E5-CD53E37F97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836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5F7A9D-5F4E-234E-5311-BBFE9BBA6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1A0C84A-7031-7CD8-3DC5-706E4EF9D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FCAD-027B-4F88-AEFD-8495EB1D7B34}" type="datetimeFigureOut">
              <a:rPr kumimoji="1" lang="ja-JP" altLang="en-US" smtClean="0"/>
              <a:t>2023/3/4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1CEA510-AD5E-0A52-560A-5D51CCFF1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A249B93-8334-3F45-6AF5-52DF7E45B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A4FC-4374-4C30-B9E5-CD53E37F97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4368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40EEA67-F2DF-D3BC-2009-FE3CDA578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FCAD-027B-4F88-AEFD-8495EB1D7B34}" type="datetimeFigureOut">
              <a:rPr kumimoji="1" lang="ja-JP" altLang="en-US" smtClean="0"/>
              <a:t>2023/3/4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4FE6C6D-5DB8-EB16-2BA3-020AAFF53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77949CF-C3F7-B7A1-5322-47992C0E8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A4FC-4374-4C30-B9E5-CD53E37F97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1913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278F0E-04EE-1891-1A07-527B41FCF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1641FD2-0065-BC17-2F41-E557FB54C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8C72611-2262-63F0-87CE-7877AA844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FFB212C-4B86-7595-45E7-428FF00DC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FCAD-027B-4F88-AEFD-8495EB1D7B34}" type="datetimeFigureOut">
              <a:rPr kumimoji="1" lang="ja-JP" altLang="en-US" smtClean="0"/>
              <a:t>2023/3/4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51FD2E6-6E2C-A7F5-BFA5-33C22A197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B54B3A9-3C89-844C-4043-C04D9F4DB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A4FC-4374-4C30-B9E5-CD53E37F97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626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1F89F9-F8FD-18BF-B7ED-511339711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1E62ECA-36BE-E98A-440A-D5723B649D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A9B7152-DAC2-52A2-AABA-F4B0C599C4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E1352B-21DA-5F1F-8C9A-8BCECE3FB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FCAD-027B-4F88-AEFD-8495EB1D7B34}" type="datetimeFigureOut">
              <a:rPr kumimoji="1" lang="ja-JP" altLang="en-US" smtClean="0"/>
              <a:t>2023/3/4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22097AF-4D84-B4CD-C191-67110C043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6EC13DF-2BDA-648A-5F27-CC72F1258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A4FC-4374-4C30-B9E5-CD53E37F97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1578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158D26-662E-9A56-2C08-5CF560147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478E62D-0F89-72BC-738C-3C530FB3D6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A34CF2-4200-A9B0-9555-24411BC0D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FCAD-027B-4F88-AEFD-8495EB1D7B34}" type="datetimeFigureOut">
              <a:rPr kumimoji="1" lang="ja-JP" altLang="en-US" smtClean="0"/>
              <a:t>2023/3/4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35A1F3-3E0F-FF57-2F28-7B024DBAB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3542BC-107A-C69A-C731-6463DB4B7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A4FC-4374-4C30-B9E5-CD53E37F97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0848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8DEA448-9E7C-CDCB-B1C5-4D443C9A3B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7EE9FAA-38A0-57A0-EBEE-42E68A92F2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5A5D10-21A6-392D-7630-7DF15A77D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FCAD-027B-4F88-AEFD-8495EB1D7B34}" type="datetimeFigureOut">
              <a:rPr kumimoji="1" lang="ja-JP" altLang="en-US" smtClean="0"/>
              <a:t>2023/3/4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25EBE4-4BFA-5219-0E2E-8C4921011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7A55D67-96A0-E4AF-75D8-2F1B030AC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A4FC-4374-4C30-B9E5-CD53E37F97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8629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03D621F-193C-38B4-85E2-C51210F77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9AF08D0-0E9C-187C-8145-D25F98B16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790367-FA5B-0D66-96DD-25B2EB89F3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C7FCAD-027B-4F88-AEFD-8495EB1D7B34}" type="datetimeFigureOut">
              <a:rPr kumimoji="1" lang="ja-JP" altLang="en-US" smtClean="0"/>
              <a:t>2023/3/4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83DB51-37C5-F116-55CE-1A071E4CAB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EEFB31-817A-482F-7A71-6510073E6F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CCA4FC-4374-4C30-B9E5-CD53E37F97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3470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16184A-F847-8246-A432-84C2A4D52F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40416"/>
            <a:ext cx="9144000" cy="2387600"/>
          </a:xfrm>
        </p:spPr>
        <p:txBody>
          <a:bodyPr/>
          <a:lstStyle/>
          <a:p>
            <a:r>
              <a:rPr kumimoji="1" lang="ja-JP" altLang="en-US" dirty="0"/>
              <a:t>ミラーの作り方</a:t>
            </a:r>
          </a:p>
        </p:txBody>
      </p:sp>
    </p:spTree>
    <p:extLst>
      <p:ext uri="{BB962C8B-B14F-4D97-AF65-F5344CB8AC3E}">
        <p14:creationId xmlns:p14="http://schemas.microsoft.com/office/powerpoint/2010/main" val="1019993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75363C0-0309-B4FF-F16D-AAFEAD2BC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38" y="731521"/>
            <a:ext cx="11192123" cy="9223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4400" dirty="0"/>
              <a:t>ミラー</a:t>
            </a:r>
            <a:r>
              <a:rPr lang="en-US" altLang="ja-JP" sz="4400" dirty="0"/>
              <a:t>Excel.csv</a:t>
            </a:r>
            <a:r>
              <a:rPr lang="ja-JP" altLang="en-US" sz="4400" dirty="0"/>
              <a:t>を開く</a:t>
            </a:r>
            <a:endParaRPr kumimoji="1" lang="ja-JP" altLang="en-US" sz="4400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C07B893-668A-B74A-D1F6-C4FC03098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216" y="1653872"/>
            <a:ext cx="9251783" cy="520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909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75363C0-0309-B4FF-F16D-AAFEAD2BC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38" y="731521"/>
            <a:ext cx="11192123" cy="9223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sz="4400" dirty="0"/>
              <a:t>β</a:t>
            </a:r>
            <a:r>
              <a:rPr lang="ja-JP" altLang="en-US" sz="4400" dirty="0"/>
              <a:t>₁、</a:t>
            </a:r>
            <a:r>
              <a:rPr lang="en-US" altLang="ja-JP" sz="4400" dirty="0"/>
              <a:t>α</a:t>
            </a:r>
            <a:r>
              <a:rPr lang="ja-JP" altLang="en-US" sz="4400" dirty="0"/>
              <a:t>₀、</a:t>
            </a:r>
            <a:r>
              <a:rPr lang="en-US" altLang="ja-JP" sz="4400" dirty="0"/>
              <a:t>h</a:t>
            </a:r>
            <a:r>
              <a:rPr lang="ja-JP" altLang="en-US" sz="4400" dirty="0"/>
              <a:t>を入力する</a:t>
            </a:r>
            <a:endParaRPr kumimoji="1" lang="en-US" altLang="ja-JP" sz="4400" dirty="0"/>
          </a:p>
          <a:p>
            <a:pPr marL="0" indent="0">
              <a:buNone/>
            </a:pPr>
            <a:endParaRPr kumimoji="1" lang="ja-JP" altLang="en-US" sz="4400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C442E20-BC35-99E1-1834-352147AB1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216" y="1653872"/>
            <a:ext cx="9251783" cy="520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91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FF4AD687-E940-36CF-E8A1-9DE9A78D2EB7}"/>
              </a:ext>
            </a:extLst>
          </p:cNvPr>
          <p:cNvCxnSpPr/>
          <p:nvPr/>
        </p:nvCxnSpPr>
        <p:spPr>
          <a:xfrm>
            <a:off x="1769533" y="1651000"/>
            <a:ext cx="4834467" cy="0"/>
          </a:xfrm>
          <a:prstGeom prst="line">
            <a:avLst/>
          </a:prstGeom>
          <a:ln w="28575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楕円 5">
            <a:extLst>
              <a:ext uri="{FF2B5EF4-FFF2-40B4-BE49-F238E27FC236}">
                <a16:creationId xmlns:a16="http://schemas.microsoft.com/office/drawing/2014/main" id="{2F9027A0-C932-9682-79BB-E18FB076CAB2}"/>
              </a:ext>
            </a:extLst>
          </p:cNvPr>
          <p:cNvSpPr/>
          <p:nvPr/>
        </p:nvSpPr>
        <p:spPr>
          <a:xfrm>
            <a:off x="2899833" y="859366"/>
            <a:ext cx="2573866" cy="1583267"/>
          </a:xfrm>
          <a:prstGeom prst="ellipse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1D26E2B-4D43-06FA-AA3F-91D9DDA83501}"/>
              </a:ext>
            </a:extLst>
          </p:cNvPr>
          <p:cNvSpPr/>
          <p:nvPr/>
        </p:nvSpPr>
        <p:spPr>
          <a:xfrm>
            <a:off x="1517649" y="567266"/>
            <a:ext cx="5338233" cy="1083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D913CE21-034E-61C7-E2F0-2B4AF7C965AC}"/>
              </a:ext>
            </a:extLst>
          </p:cNvPr>
          <p:cNvCxnSpPr/>
          <p:nvPr/>
        </p:nvCxnSpPr>
        <p:spPr>
          <a:xfrm>
            <a:off x="3699934" y="4428066"/>
            <a:ext cx="0" cy="98213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1079A900-3E0B-8A07-7328-C598B36BB650}"/>
              </a:ext>
            </a:extLst>
          </p:cNvPr>
          <p:cNvCxnSpPr/>
          <p:nvPr/>
        </p:nvCxnSpPr>
        <p:spPr>
          <a:xfrm>
            <a:off x="4665134" y="4428066"/>
            <a:ext cx="0" cy="98213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5C46A255-F0A2-8F01-2B57-872FDF5C9D38}"/>
              </a:ext>
            </a:extLst>
          </p:cNvPr>
          <p:cNvCxnSpPr/>
          <p:nvPr/>
        </p:nvCxnSpPr>
        <p:spPr>
          <a:xfrm>
            <a:off x="2061631" y="5410200"/>
            <a:ext cx="4250267" cy="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B025CEC-5548-A72C-4C37-BC4A20415D35}"/>
              </a:ext>
            </a:extLst>
          </p:cNvPr>
          <p:cNvCxnSpPr/>
          <p:nvPr/>
        </p:nvCxnSpPr>
        <p:spPr>
          <a:xfrm>
            <a:off x="4186764" y="753534"/>
            <a:ext cx="0" cy="4656666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B216A6A0-269A-8DE6-9C75-64C6E288C9C7}"/>
              </a:ext>
            </a:extLst>
          </p:cNvPr>
          <p:cNvCxnSpPr>
            <a:stCxn id="6" idx="6"/>
          </p:cNvCxnSpPr>
          <p:nvPr/>
        </p:nvCxnSpPr>
        <p:spPr>
          <a:xfrm flipV="1">
            <a:off x="5473699" y="753534"/>
            <a:ext cx="0" cy="897466"/>
          </a:xfrm>
          <a:prstGeom prst="line">
            <a:avLst/>
          </a:prstGeom>
          <a:ln w="190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0EB239E4-B5C3-7F1A-FF18-7ABC9DF3FECF}"/>
              </a:ext>
            </a:extLst>
          </p:cNvPr>
          <p:cNvCxnSpPr>
            <a:cxnSpLocks/>
          </p:cNvCxnSpPr>
          <p:nvPr/>
        </p:nvCxnSpPr>
        <p:spPr>
          <a:xfrm>
            <a:off x="4831882" y="1174282"/>
            <a:ext cx="64181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E35A6EBF-5F27-8CBD-A739-D10CF8D567BF}"/>
              </a:ext>
            </a:extLst>
          </p:cNvPr>
          <p:cNvCxnSpPr/>
          <p:nvPr/>
        </p:nvCxnSpPr>
        <p:spPr>
          <a:xfrm flipH="1">
            <a:off x="4186764" y="1174282"/>
            <a:ext cx="722120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094F277D-13AE-DE8B-EFFB-BE9206D53042}"/>
              </a:ext>
            </a:extLst>
          </p:cNvPr>
          <p:cNvCxnSpPr>
            <a:stCxn id="6" idx="6"/>
          </p:cNvCxnSpPr>
          <p:nvPr/>
        </p:nvCxnSpPr>
        <p:spPr>
          <a:xfrm flipH="1">
            <a:off x="4186764" y="1651000"/>
            <a:ext cx="1286935" cy="375920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C86ED0A1-657D-F3DE-9451-C609DD88C767}"/>
              </a:ext>
            </a:extLst>
          </p:cNvPr>
          <p:cNvCxnSpPr>
            <a:stCxn id="7" idx="2"/>
          </p:cNvCxnSpPr>
          <p:nvPr/>
        </p:nvCxnSpPr>
        <p:spPr>
          <a:xfrm>
            <a:off x="4186766" y="1650999"/>
            <a:ext cx="6555028" cy="1852597"/>
          </a:xfrm>
          <a:prstGeom prst="line">
            <a:avLst/>
          </a:prstGeom>
          <a:ln w="190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BB549B22-7E67-5773-B162-A1176A64BCEE}"/>
              </a:ext>
            </a:extLst>
          </p:cNvPr>
          <p:cNvCxnSpPr/>
          <p:nvPr/>
        </p:nvCxnSpPr>
        <p:spPr>
          <a:xfrm flipV="1">
            <a:off x="2435192" y="1650999"/>
            <a:ext cx="0" cy="219910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C0EDC7AD-4CB0-27F8-E28B-B36AEECA7135}"/>
              </a:ext>
            </a:extLst>
          </p:cNvPr>
          <p:cNvCxnSpPr/>
          <p:nvPr/>
        </p:nvCxnSpPr>
        <p:spPr>
          <a:xfrm>
            <a:off x="2435192" y="3629526"/>
            <a:ext cx="0" cy="178067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楕円 43">
            <a:extLst>
              <a:ext uri="{FF2B5EF4-FFF2-40B4-BE49-F238E27FC236}">
                <a16:creationId xmlns:a16="http://schemas.microsoft.com/office/drawing/2014/main" id="{36D73150-276C-AD75-70FF-2EFC6A6AD3A2}"/>
              </a:ext>
            </a:extLst>
          </p:cNvPr>
          <p:cNvSpPr/>
          <p:nvPr/>
        </p:nvSpPr>
        <p:spPr>
          <a:xfrm>
            <a:off x="3695704" y="4499975"/>
            <a:ext cx="965200" cy="26186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82CFEE5E-1381-219E-2D9D-0AC75AC2FE80}"/>
              </a:ext>
            </a:extLst>
          </p:cNvPr>
          <p:cNvCxnSpPr/>
          <p:nvPr/>
        </p:nvCxnSpPr>
        <p:spPr>
          <a:xfrm>
            <a:off x="4186764" y="3975100"/>
            <a:ext cx="440269" cy="88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1CDE036E-08E6-BC74-BF7C-A75F92FC5683}"/>
              </a:ext>
            </a:extLst>
          </p:cNvPr>
          <p:cNvCxnSpPr/>
          <p:nvPr/>
        </p:nvCxnSpPr>
        <p:spPr>
          <a:xfrm flipV="1">
            <a:off x="4186764" y="1811867"/>
            <a:ext cx="529169" cy="372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E6789A25-BEC6-0278-35DC-3A72DF0E5129}"/>
              </a:ext>
            </a:extLst>
          </p:cNvPr>
          <p:cNvSpPr txBox="1"/>
          <p:nvPr/>
        </p:nvSpPr>
        <p:spPr>
          <a:xfrm>
            <a:off x="4301574" y="194709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β</a:t>
            </a:r>
            <a:endParaRPr kumimoji="1" lang="ja-JP" altLang="en-US" dirty="0"/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8B387694-46A8-39CD-80D0-17C2FCB67468}"/>
              </a:ext>
            </a:extLst>
          </p:cNvPr>
          <p:cNvSpPr txBox="1"/>
          <p:nvPr/>
        </p:nvSpPr>
        <p:spPr>
          <a:xfrm>
            <a:off x="4228785" y="366446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α</a:t>
            </a:r>
            <a:endParaRPr kumimoji="1" lang="ja-JP" altLang="en-US" dirty="0"/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87D7D4EB-98FA-CD11-B358-A4BAD8ED23F3}"/>
              </a:ext>
            </a:extLst>
          </p:cNvPr>
          <p:cNvSpPr txBox="1"/>
          <p:nvPr/>
        </p:nvSpPr>
        <p:spPr>
          <a:xfrm>
            <a:off x="2013578" y="3244334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h</a:t>
            </a:r>
            <a:endParaRPr kumimoji="1" lang="ja-JP" altLang="en-US" dirty="0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BFB32BD9-6232-A871-6942-9B0D0F7509DD}"/>
              </a:ext>
            </a:extLst>
          </p:cNvPr>
          <p:cNvSpPr txBox="1"/>
          <p:nvPr/>
        </p:nvSpPr>
        <p:spPr>
          <a:xfrm>
            <a:off x="4660904" y="768996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05219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75363C0-0309-B4FF-F16D-AAFEAD2BC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38" y="731521"/>
            <a:ext cx="11192123" cy="9223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ja-JP" sz="4400" dirty="0"/>
              <a:t>L</a:t>
            </a:r>
            <a:r>
              <a:rPr kumimoji="1" lang="ja-JP" altLang="en-US" sz="4400" dirty="0"/>
              <a:t>の０に一番近いところに線を引く</a:t>
            </a:r>
            <a:endParaRPr kumimoji="1" lang="en-US" altLang="ja-JP" sz="4400" dirty="0"/>
          </a:p>
          <a:p>
            <a:pPr marL="0" indent="0">
              <a:buNone/>
            </a:pPr>
            <a:endParaRPr kumimoji="1" lang="ja-JP" altLang="en-US" sz="4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4783513-B957-6346-BB0D-DB2299AF5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217" y="1653872"/>
            <a:ext cx="9251784" cy="520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316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75363C0-0309-B4FF-F16D-AAFEAD2BC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38" y="731521"/>
            <a:ext cx="11192123" cy="9223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4400" dirty="0"/>
              <a:t>その線から</a:t>
            </a:r>
            <a:r>
              <a:rPr kumimoji="1" lang="en-US" altLang="ja-JP" sz="4400" dirty="0"/>
              <a:t>F</a:t>
            </a:r>
            <a:r>
              <a:rPr kumimoji="1" lang="ja-JP" altLang="en-US" sz="4400" dirty="0"/>
              <a:t>の一番上までをコピーする</a:t>
            </a:r>
            <a:endParaRPr kumimoji="1" lang="en-US" altLang="ja-JP" sz="4400" dirty="0"/>
          </a:p>
          <a:p>
            <a:pPr marL="0" indent="0">
              <a:buNone/>
            </a:pPr>
            <a:endParaRPr kumimoji="1" lang="ja-JP" altLang="en-US" sz="4400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C16015F-C55A-D046-C83E-8C3DD5BB1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217" y="1653872"/>
            <a:ext cx="9251783" cy="520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862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75363C0-0309-B4FF-F16D-AAFEAD2BC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38" y="731521"/>
            <a:ext cx="11192123" cy="92235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ja-JP" altLang="en-US" sz="4400" dirty="0"/>
              <a:t>別のウィンドウにコピーしたものを張り付ける</a:t>
            </a:r>
            <a:endParaRPr kumimoji="1" lang="en-US" altLang="ja-JP" sz="4400" dirty="0"/>
          </a:p>
          <a:p>
            <a:pPr marL="0" indent="0">
              <a:buNone/>
            </a:pPr>
            <a:endParaRPr kumimoji="1" lang="ja-JP" altLang="en-US" sz="4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E066177-C485-6AED-9B17-9E994C61A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216" y="1653872"/>
            <a:ext cx="9251783" cy="520412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インク 6">
                <a:extLst>
                  <a:ext uri="{FF2B5EF4-FFF2-40B4-BE49-F238E27FC236}">
                    <a16:creationId xmlns:a16="http://schemas.microsoft.com/office/drawing/2014/main" id="{43CC4549-7362-D6C9-2FFB-CE0BE17EA311}"/>
                  </a:ext>
                </a:extLst>
              </p14:cNvPr>
              <p14:cNvContentPartPr/>
              <p14:nvPr/>
            </p14:nvContentPartPr>
            <p14:xfrm>
              <a:off x="7472817" y="3637456"/>
              <a:ext cx="1770840" cy="616680"/>
            </p14:xfrm>
          </p:contentPart>
        </mc:Choice>
        <mc:Fallback xmlns="">
          <p:pic>
            <p:nvPicPr>
              <p:cNvPr id="7" name="インク 6">
                <a:extLst>
                  <a:ext uri="{FF2B5EF4-FFF2-40B4-BE49-F238E27FC236}">
                    <a16:creationId xmlns:a16="http://schemas.microsoft.com/office/drawing/2014/main" id="{43CC4549-7362-D6C9-2FFB-CE0BE17EA31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64177" y="3628456"/>
                <a:ext cx="1788480" cy="63432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BCEA3C1-F2BD-70E7-A9ED-9AEB57DDDAD7}"/>
              </a:ext>
            </a:extLst>
          </p:cNvPr>
          <p:cNvSpPr txBox="1"/>
          <p:nvPr/>
        </p:nvSpPr>
        <p:spPr>
          <a:xfrm>
            <a:off x="9310978" y="4069470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これを選択して貼り付ける</a:t>
            </a:r>
          </a:p>
        </p:txBody>
      </p:sp>
    </p:spTree>
    <p:extLst>
      <p:ext uri="{BB962C8B-B14F-4D97-AF65-F5344CB8AC3E}">
        <p14:creationId xmlns:p14="http://schemas.microsoft.com/office/powerpoint/2010/main" val="62919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75363C0-0309-B4FF-F16D-AAFEAD2BC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38" y="731521"/>
            <a:ext cx="11192123" cy="9223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ja-JP" sz="4400" dirty="0"/>
              <a:t>10</a:t>
            </a:r>
            <a:r>
              <a:rPr kumimoji="1" lang="ja-JP" altLang="en-US" sz="4400" dirty="0"/>
              <a:t>でわる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9FDC14E-A3D3-1CB4-1279-131383CF5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4030" y="1650392"/>
            <a:ext cx="9257969" cy="520760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インク 5">
                <a:extLst>
                  <a:ext uri="{FF2B5EF4-FFF2-40B4-BE49-F238E27FC236}">
                    <a16:creationId xmlns:a16="http://schemas.microsoft.com/office/drawing/2014/main" id="{369FDD70-DBA2-CDD6-CE52-BA8564C6F34A}"/>
                  </a:ext>
                </a:extLst>
              </p14:cNvPr>
              <p14:cNvContentPartPr/>
              <p14:nvPr/>
            </p14:nvContentPartPr>
            <p14:xfrm>
              <a:off x="7636617" y="2994136"/>
              <a:ext cx="1167840" cy="941760"/>
            </p14:xfrm>
          </p:contentPart>
        </mc:Choice>
        <mc:Fallback xmlns="">
          <p:pic>
            <p:nvPicPr>
              <p:cNvPr id="6" name="インク 5">
                <a:extLst>
                  <a:ext uri="{FF2B5EF4-FFF2-40B4-BE49-F238E27FC236}">
                    <a16:creationId xmlns:a16="http://schemas.microsoft.com/office/drawing/2014/main" id="{369FDD70-DBA2-CDD6-CE52-BA8564C6F34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27977" y="2985136"/>
                <a:ext cx="1185480" cy="9594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A111053-3A00-998B-8FF0-865E02722393}"/>
              </a:ext>
            </a:extLst>
          </p:cNvPr>
          <p:cNvSpPr txBox="1"/>
          <p:nvPr/>
        </p:nvSpPr>
        <p:spPr>
          <a:xfrm>
            <a:off x="8220537" y="3935896"/>
            <a:ext cx="3789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この場合は「</a:t>
            </a:r>
            <a:r>
              <a:rPr lang="en-US" altLang="ja-JP" dirty="0"/>
              <a:t>=H1/10</a:t>
            </a:r>
            <a:r>
              <a:rPr lang="ja-JP" altLang="en-US" dirty="0"/>
              <a:t>」と入力する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67557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75363C0-0309-B4FF-F16D-AAFEAD2BC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38" y="731521"/>
            <a:ext cx="11192123" cy="92235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ja-JP" sz="4400" dirty="0"/>
              <a:t>B1</a:t>
            </a:r>
            <a:r>
              <a:rPr lang="ja-JP" altLang="en-US" sz="4400" dirty="0"/>
              <a:t>に張り付け（張り付け方は</a:t>
            </a:r>
            <a:r>
              <a:rPr lang="en-US" altLang="ja-JP" sz="4400" dirty="0"/>
              <a:t>4</a:t>
            </a:r>
            <a:r>
              <a:rPr lang="ja-JP" altLang="en-US" sz="4400" dirty="0"/>
              <a:t>枚目のスライド同様）</a:t>
            </a:r>
            <a:endParaRPr kumimoji="1" lang="en-US" altLang="ja-JP" sz="4400" dirty="0"/>
          </a:p>
          <a:p>
            <a:pPr marL="0" indent="0">
              <a:buNone/>
            </a:pPr>
            <a:endParaRPr kumimoji="1" lang="ja-JP" altLang="en-US" sz="4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3F85B36-F58F-5218-2E66-3092AB18F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982" y="1654864"/>
            <a:ext cx="9250017" cy="520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629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75363C0-0309-B4FF-F16D-AAFEAD2BC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38" y="731521"/>
            <a:ext cx="11192123" cy="92235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ja-JP" sz="4400" dirty="0"/>
              <a:t>A1</a:t>
            </a:r>
            <a:r>
              <a:rPr lang="ja-JP" altLang="en-US" sz="4400" dirty="0"/>
              <a:t>から</a:t>
            </a:r>
            <a:r>
              <a:rPr lang="en-US" altLang="ja-JP" sz="4400" dirty="0"/>
              <a:t>0</a:t>
            </a:r>
            <a:r>
              <a:rPr lang="ja-JP" altLang="en-US" sz="4400" dirty="0"/>
              <a:t>，</a:t>
            </a:r>
            <a:r>
              <a:rPr lang="en-US" altLang="ja-JP" sz="4400" dirty="0"/>
              <a:t>0.01…</a:t>
            </a:r>
            <a:r>
              <a:rPr lang="ja-JP" altLang="en-US" sz="4400" dirty="0"/>
              <a:t>を張り付ける</a:t>
            </a:r>
            <a:endParaRPr lang="en-US" altLang="ja-JP" sz="4400" dirty="0"/>
          </a:p>
          <a:p>
            <a:pPr marL="0" indent="0">
              <a:buNone/>
            </a:pPr>
            <a:r>
              <a:rPr kumimoji="1" lang="ja-JP" altLang="en-US" sz="4400" dirty="0"/>
              <a:t>また不要なものは削除する</a:t>
            </a:r>
            <a:endParaRPr kumimoji="1" lang="en-US" altLang="ja-JP" sz="4400" dirty="0"/>
          </a:p>
          <a:p>
            <a:pPr marL="0" indent="0">
              <a:buNone/>
            </a:pPr>
            <a:endParaRPr kumimoji="1" lang="ja-JP" altLang="en-US" sz="4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4A59D36-7DFF-5F54-153C-3AABF8E79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216" y="1653872"/>
            <a:ext cx="9251783" cy="520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352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75363C0-0309-B4FF-F16D-AAFEAD2BC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38" y="731521"/>
            <a:ext cx="11192123" cy="9223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4400" dirty="0"/>
              <a:t>これを</a:t>
            </a:r>
            <a:r>
              <a:rPr kumimoji="1" lang="en-US" altLang="ja-JP" sz="4400" dirty="0"/>
              <a:t>CSV</a:t>
            </a:r>
            <a:r>
              <a:rPr kumimoji="1" lang="ja-JP" altLang="en-US" sz="4400" dirty="0"/>
              <a:t>形式で保存し、</a:t>
            </a:r>
            <a:r>
              <a:rPr kumimoji="1" lang="en-US" altLang="ja-JP" sz="4400" dirty="0"/>
              <a:t>Fusion</a:t>
            </a:r>
            <a:r>
              <a:rPr lang="ja-JP" altLang="en-US" sz="4400" dirty="0"/>
              <a:t>を開く</a:t>
            </a:r>
            <a:endParaRPr kumimoji="1" lang="ja-JP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915107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75363C0-0309-B4FF-F16D-AAFEAD2BC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38" y="731521"/>
            <a:ext cx="11192123" cy="92235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ja-JP" altLang="en-US" sz="4400" dirty="0"/>
              <a:t>ユーティリティ→アドイン→スクリプト→</a:t>
            </a:r>
            <a:r>
              <a:rPr lang="en-US" altLang="ja-JP" sz="4400" dirty="0" err="1"/>
              <a:t>ImportSplineCSV</a:t>
            </a:r>
            <a:r>
              <a:rPr lang="ja-JP" altLang="en-US" sz="4400" dirty="0"/>
              <a:t>で保存したものを開く</a:t>
            </a:r>
            <a:endParaRPr lang="en-US" altLang="ja-JP" sz="4400" dirty="0"/>
          </a:p>
        </p:txBody>
      </p:sp>
    </p:spTree>
    <p:extLst>
      <p:ext uri="{BB962C8B-B14F-4D97-AF65-F5344CB8AC3E}">
        <p14:creationId xmlns:p14="http://schemas.microsoft.com/office/powerpoint/2010/main" val="2539690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75363C0-0309-B4FF-F16D-AAFEAD2BC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38" y="731521"/>
            <a:ext cx="11192123" cy="92235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ja-JP" altLang="en-US" sz="4400" dirty="0"/>
              <a:t>スケッチを作って回転させたらミラー完成！！</a:t>
            </a:r>
            <a:endParaRPr lang="en-US" altLang="ja-JP" sz="4400" dirty="0"/>
          </a:p>
        </p:txBody>
      </p:sp>
    </p:spTree>
    <p:extLst>
      <p:ext uri="{BB962C8B-B14F-4D97-AF65-F5344CB8AC3E}">
        <p14:creationId xmlns:p14="http://schemas.microsoft.com/office/powerpoint/2010/main" val="567922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131</Words>
  <Application>Microsoft Office PowerPoint</Application>
  <PresentationFormat>ワイド画面</PresentationFormat>
  <Paragraphs>19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游ゴシック</vt:lpstr>
      <vt:lpstr>游ゴシック Light</vt:lpstr>
      <vt:lpstr>Arial</vt:lpstr>
      <vt:lpstr>Office テーマ</vt:lpstr>
      <vt:lpstr>ミラーの作り方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ミラーの作り方</dc:title>
  <dc:creator>user</dc:creator>
  <cp:lastModifiedBy>user</cp:lastModifiedBy>
  <cp:revision>2</cp:revision>
  <dcterms:created xsi:type="dcterms:W3CDTF">2023-03-04T05:38:56Z</dcterms:created>
  <dcterms:modified xsi:type="dcterms:W3CDTF">2023-03-04T06:45:12Z</dcterms:modified>
</cp:coreProperties>
</file>