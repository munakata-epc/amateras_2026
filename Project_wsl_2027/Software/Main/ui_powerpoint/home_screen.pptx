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7F7F7F"/>
    <a:srgbClr val="D0CECE"/>
    <a:srgbClr val="E7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885414"/>
            <a:ext cx="12240181" cy="401083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6050924"/>
            <a:ext cx="10800160" cy="2781450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95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6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872125"/>
            <a:ext cx="12420184" cy="4792202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709663"/>
            <a:ext cx="12420184" cy="252010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73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066796"/>
            <a:ext cx="6120091" cy="730964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066796"/>
            <a:ext cx="6120091" cy="730964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98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613362"/>
            <a:ext cx="12420184" cy="222676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824120"/>
            <a:ext cx="6091964" cy="1384058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4208178"/>
            <a:ext cx="6091964" cy="618959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824120"/>
            <a:ext cx="6121966" cy="1384058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4208178"/>
            <a:ext cx="6121966" cy="618959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39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76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65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8032"/>
            <a:ext cx="4644444" cy="2688114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658740"/>
            <a:ext cx="7290108" cy="8187013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456146"/>
            <a:ext cx="4644444" cy="640293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22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8032"/>
            <a:ext cx="4644444" cy="2688114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658740"/>
            <a:ext cx="7290108" cy="8187013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456146"/>
            <a:ext cx="4644444" cy="640293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5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0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613359"/>
            <a:ext cx="3105046" cy="976308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613359"/>
            <a:ext cx="9135135" cy="976308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97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613362"/>
            <a:ext cx="12420184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066796"/>
            <a:ext cx="12420184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677788"/>
            <a:ext cx="324004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96C35-5B7D-4699-AF26-3E0248B24C9E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677788"/>
            <a:ext cx="48600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677788"/>
            <a:ext cx="324004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2A763-1BCE-48CE-B283-D5AEEAE7C7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43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kumimoji="1"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CFEDABE-9A00-3A86-670F-CD6BE750F5E6}"/>
              </a:ext>
            </a:extLst>
          </p:cNvPr>
          <p:cNvGrpSpPr/>
          <p:nvPr/>
        </p:nvGrpSpPr>
        <p:grpSpPr>
          <a:xfrm>
            <a:off x="0" y="2880488"/>
            <a:ext cx="11520000" cy="8640000"/>
            <a:chOff x="0" y="715088"/>
            <a:chExt cx="14400212" cy="1080540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6862D3D-E7B3-34D4-6EAA-B71EB1B91A33}"/>
                </a:ext>
              </a:extLst>
            </p:cNvPr>
            <p:cNvSpPr/>
            <p:nvPr/>
          </p:nvSpPr>
          <p:spPr>
            <a:xfrm>
              <a:off x="0" y="715088"/>
              <a:ext cx="14400212" cy="10805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u</a:t>
              </a:r>
              <a:endParaRPr lang="ja-JP" altLang="en-US" dirty="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E3F064E-FAC3-A453-B961-D8DC018F1B78}"/>
                </a:ext>
              </a:extLst>
            </p:cNvPr>
            <p:cNvSpPr/>
            <p:nvPr/>
          </p:nvSpPr>
          <p:spPr>
            <a:xfrm rot="5400000">
              <a:off x="10686615" y="1726188"/>
              <a:ext cx="4277138" cy="270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89FC6AE-0BC2-211C-E71E-72D112CEE959}"/>
                </a:ext>
              </a:extLst>
            </p:cNvPr>
            <p:cNvSpPr/>
            <p:nvPr/>
          </p:nvSpPr>
          <p:spPr>
            <a:xfrm>
              <a:off x="11700162" y="1162750"/>
              <a:ext cx="2250035" cy="19134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rgbClr val="7F7F7F"/>
                  </a:solidFill>
                  <a:latin typeface="Arial" panose="020B0604020202020204" pitchFamily="34" charset="0"/>
                  <a:ea typeface="HGP創英角ﾎﾟｯﾌﾟ体" panose="040B0A00000000000000" pitchFamily="50" charset="-128"/>
                  <a:cs typeface="Arial" panose="020B0604020202020204" pitchFamily="34" charset="0"/>
                </a:rPr>
                <a:t>ON</a:t>
              </a:r>
              <a:endParaRPr lang="ja-JP" altLang="en-US" sz="2500" b="1" dirty="0">
                <a:solidFill>
                  <a:srgbClr val="7F7F7F"/>
                </a:solidFill>
                <a:latin typeface="Arial" panose="020B0604020202020204" pitchFamily="34" charset="0"/>
                <a:ea typeface="HGP創英角ﾎﾟｯﾌﾟ体" panose="040B0A00000000000000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DF29186-4E82-4C9F-C9AD-F463DD3E9837}"/>
                </a:ext>
              </a:extLst>
            </p:cNvPr>
            <p:cNvSpPr/>
            <p:nvPr/>
          </p:nvSpPr>
          <p:spPr>
            <a:xfrm>
              <a:off x="11700162" y="3075072"/>
              <a:ext cx="2250035" cy="1913456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chemeClr val="bg1"/>
                  </a:solidFill>
                  <a:latin typeface="Arial" panose="020B0604020202020204" pitchFamily="34" charset="0"/>
                  <a:ea typeface="HGP創英角ﾎﾟｯﾌﾟ体" panose="040B0A00000000000000" pitchFamily="50" charset="-128"/>
                  <a:cs typeface="Arial" panose="020B0604020202020204" pitchFamily="34" charset="0"/>
                </a:rPr>
                <a:t>OFF</a:t>
              </a:r>
              <a:endParaRPr lang="ja-JP" altLang="en-US" sz="2500" b="1" dirty="0">
                <a:solidFill>
                  <a:schemeClr val="bg1"/>
                </a:solidFill>
                <a:latin typeface="Arial" panose="020B0604020202020204" pitchFamily="34" charset="0"/>
                <a:ea typeface="HGP創英角ﾎﾟｯﾌﾟ体" panose="040B0A00000000000000" pitchFamily="50" charset="-128"/>
                <a:cs typeface="Arial" panose="020B0604020202020204" pitchFamily="34" charset="0"/>
              </a:endParaRPr>
            </a:p>
          </p:txBody>
        </p: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D97C5002-BA2B-A957-BDFA-18A3A3DA1A19}"/>
                </a:ext>
              </a:extLst>
            </p:cNvPr>
            <p:cNvGrpSpPr/>
            <p:nvPr/>
          </p:nvGrpSpPr>
          <p:grpSpPr>
            <a:xfrm>
              <a:off x="225001" y="937637"/>
              <a:ext cx="2700040" cy="4277138"/>
              <a:chOff x="1620104" y="1618195"/>
              <a:chExt cx="2160000" cy="3420001"/>
            </a:xfrm>
          </p:grpSpPr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6DBC25A6-1E22-3738-4089-C87002AC2821}"/>
                  </a:ext>
                </a:extLst>
              </p:cNvPr>
              <p:cNvSpPr/>
              <p:nvPr/>
            </p:nvSpPr>
            <p:spPr>
              <a:xfrm rot="5400000">
                <a:off x="990103" y="2248196"/>
                <a:ext cx="3420001" cy="2160000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dirty="0"/>
              </a:p>
            </p:txBody>
          </p:sp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A2E15EF6-C242-11FE-6A6C-C7A712CF80A6}"/>
                  </a:ext>
                </a:extLst>
              </p:cNvPr>
              <p:cNvSpPr/>
              <p:nvPr/>
            </p:nvSpPr>
            <p:spPr>
              <a:xfrm>
                <a:off x="1800099" y="1798195"/>
                <a:ext cx="1800001" cy="1530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2500" b="1" dirty="0">
                    <a:latin typeface="Arial" panose="020B0604020202020204" pitchFamily="34" charset="0"/>
                    <a:ea typeface="HGP創英角ﾎﾟｯﾌﾟ体" panose="040B0A00000000000000" pitchFamily="50" charset="-128"/>
                    <a:cs typeface="Arial" panose="020B0604020202020204" pitchFamily="34" charset="0"/>
                  </a:rPr>
                  <a:t>ON</a:t>
                </a:r>
                <a:endParaRPr lang="ja-JP" altLang="en-US" sz="2500" b="1" dirty="0">
                  <a:latin typeface="Arial" panose="020B0604020202020204" pitchFamily="34" charset="0"/>
                  <a:ea typeface="HGP創英角ﾎﾟｯﾌﾟ体" panose="040B0A00000000000000" pitchFamily="50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B2855FD-441B-087D-0C00-EA8626F07208}"/>
                </a:ext>
              </a:extLst>
            </p:cNvPr>
            <p:cNvSpPr/>
            <p:nvPr/>
          </p:nvSpPr>
          <p:spPr>
            <a:xfrm>
              <a:off x="449998" y="3075071"/>
              <a:ext cx="2250035" cy="19134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rgbClr val="7F7F7F"/>
                  </a:solidFill>
                  <a:latin typeface="Arial" panose="020B0604020202020204" pitchFamily="34" charset="0"/>
                  <a:ea typeface="HGP創英角ﾎﾟｯﾌﾟ体" panose="040B0A00000000000000" pitchFamily="50" charset="-128"/>
                  <a:cs typeface="Arial" panose="020B0604020202020204" pitchFamily="34" charset="0"/>
                </a:rPr>
                <a:t>OFF</a:t>
              </a:r>
              <a:endParaRPr lang="ja-JP" altLang="en-US" sz="2500" b="1" dirty="0">
                <a:solidFill>
                  <a:srgbClr val="7F7F7F"/>
                </a:solidFill>
                <a:latin typeface="Arial" panose="020B0604020202020204" pitchFamily="34" charset="0"/>
                <a:ea typeface="HGP創英角ﾎﾟｯﾌﾟ体" panose="040B0A00000000000000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9" name="矢印: 山形 8">
              <a:extLst>
                <a:ext uri="{FF2B5EF4-FFF2-40B4-BE49-F238E27FC236}">
                  <a16:creationId xmlns:a16="http://schemas.microsoft.com/office/drawing/2014/main" id="{295B1CE7-A8D3-834C-22CF-20452113869C}"/>
                </a:ext>
              </a:extLst>
            </p:cNvPr>
            <p:cNvSpPr/>
            <p:nvPr/>
          </p:nvSpPr>
          <p:spPr>
            <a:xfrm>
              <a:off x="0" y="9269363"/>
              <a:ext cx="14400212" cy="2251125"/>
            </a:xfrm>
            <a:prstGeom prst="chevron">
              <a:avLst>
                <a:gd name="adj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500" b="1" dirty="0">
                  <a:solidFill>
                    <a:schemeClr val="bg1"/>
                  </a:solidFill>
                </a:rPr>
                <a:t>MONITAR</a:t>
              </a:r>
              <a:endParaRPr kumimoji="1" lang="ja-JP" altLang="en-US" sz="25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矢印: 山形 62">
              <a:extLst>
                <a:ext uri="{FF2B5EF4-FFF2-40B4-BE49-F238E27FC236}">
                  <a16:creationId xmlns:a16="http://schemas.microsoft.com/office/drawing/2014/main" id="{51CFF1E7-B3A3-ADF9-DA03-8D6DDF8D25A3}"/>
                </a:ext>
              </a:extLst>
            </p:cNvPr>
            <p:cNvSpPr/>
            <p:nvPr/>
          </p:nvSpPr>
          <p:spPr>
            <a:xfrm>
              <a:off x="224992" y="9494476"/>
              <a:ext cx="5400080" cy="1800900"/>
            </a:xfrm>
            <a:prstGeom prst="chevron">
              <a:avLst>
                <a:gd name="adj" fmla="val 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500" b="1" dirty="0">
                  <a:solidFill>
                    <a:schemeClr val="bg1"/>
                  </a:solidFill>
                </a:rPr>
                <a:t>MONITAR</a:t>
              </a:r>
              <a:endParaRPr kumimoji="1" lang="ja-JP" altLang="en-US" sz="2500" b="1" dirty="0">
                <a:solidFill>
                  <a:schemeClr val="bg1"/>
                </a:solidFill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D15C9D94-F137-2F44-2C17-AD619A32A161}"/>
                </a:ext>
              </a:extLst>
            </p:cNvPr>
            <p:cNvGrpSpPr/>
            <p:nvPr/>
          </p:nvGrpSpPr>
          <p:grpSpPr>
            <a:xfrm>
              <a:off x="3150046" y="909416"/>
              <a:ext cx="8100119" cy="8104050"/>
              <a:chOff x="1440000" y="202200"/>
              <a:chExt cx="4320000" cy="4320000"/>
            </a:xfrm>
            <a:solidFill>
              <a:srgbClr val="7F7F7F"/>
            </a:solidFill>
          </p:grpSpPr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19960A3B-D71A-8588-02EB-4493E1CE5E1C}"/>
                  </a:ext>
                </a:extLst>
              </p:cNvPr>
              <p:cNvSpPr/>
              <p:nvPr/>
            </p:nvSpPr>
            <p:spPr>
              <a:xfrm>
                <a:off x="1440000" y="202200"/>
                <a:ext cx="4320000" cy="432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dirty="0"/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27FA2809-1DBD-2BE1-9DA6-DF4A9732BACE}"/>
                  </a:ext>
                </a:extLst>
              </p:cNvPr>
              <p:cNvSpPr/>
              <p:nvPr/>
            </p:nvSpPr>
            <p:spPr>
              <a:xfrm>
                <a:off x="3600000" y="2254166"/>
                <a:ext cx="2160000" cy="22680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5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12195084-D064-8B72-54D6-AADC1CDB30AE}"/>
                  </a:ext>
                </a:extLst>
              </p:cNvPr>
              <p:cNvSpPr/>
              <p:nvPr/>
            </p:nvSpPr>
            <p:spPr>
              <a:xfrm>
                <a:off x="4662268" y="3846600"/>
                <a:ext cx="1097732" cy="675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2500" b="1" dirty="0">
                    <a:solidFill>
                      <a:schemeClr val="bg1"/>
                    </a:solidFill>
                  </a:rPr>
                  <a:t>DEF</a:t>
                </a:r>
                <a:endParaRPr lang="ja-JP" altLang="en-US" sz="25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6F30F023-92B2-C41B-132B-66523612FE4D}"/>
                </a:ext>
              </a:extLst>
            </p:cNvPr>
            <p:cNvSpPr/>
            <p:nvPr/>
          </p:nvSpPr>
          <p:spPr>
            <a:xfrm>
              <a:off x="225000" y="5437325"/>
              <a:ext cx="2700040" cy="360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chemeClr val="bg1"/>
                  </a:solidFill>
                </a:rPr>
                <a:t>BLUE</a:t>
              </a:r>
              <a:endParaRPr lang="ja-JP" altLang="en-US" sz="25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F63B9EFA-47C6-8237-B680-DDE6BE1412D6}"/>
                </a:ext>
              </a:extLst>
            </p:cNvPr>
            <p:cNvSpPr/>
            <p:nvPr/>
          </p:nvSpPr>
          <p:spPr>
            <a:xfrm>
              <a:off x="11475165" y="5436192"/>
              <a:ext cx="2700040" cy="3601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chemeClr val="bg1"/>
                  </a:solidFill>
                </a:rPr>
                <a:t>YELLOW</a:t>
              </a:r>
              <a:endParaRPr lang="ja-JP" altLang="en-US" sz="25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CC60B83B-0B49-265A-DAA8-36B3142B77F1}"/>
                </a:ext>
              </a:extLst>
            </p:cNvPr>
            <p:cNvSpPr/>
            <p:nvPr/>
          </p:nvSpPr>
          <p:spPr>
            <a:xfrm>
              <a:off x="11475165" y="9494476"/>
              <a:ext cx="2700040" cy="18009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chemeClr val="bg1"/>
                  </a:solidFill>
                </a:rPr>
                <a:t>NEXT</a:t>
              </a:r>
              <a:endParaRPr lang="ja-JP" altLang="en-US" sz="25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19FC1191-1D22-3720-76DB-50D8A1ECD9CB}"/>
                </a:ext>
              </a:extLst>
            </p:cNvPr>
            <p:cNvSpPr/>
            <p:nvPr/>
          </p:nvSpPr>
          <p:spPr>
            <a:xfrm>
              <a:off x="5850079" y="9494476"/>
              <a:ext cx="5400080" cy="18009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500" b="1" dirty="0">
                  <a:solidFill>
                    <a:schemeClr val="bg1"/>
                  </a:solidFill>
                </a:rPr>
                <a:t>LOG</a:t>
              </a:r>
              <a:endParaRPr lang="ja-JP" altLang="en-US" sz="25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616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3009</TotalTime>
  <Words>12</Words>
  <Application>Microsoft Office PowerPoint</Application>
  <PresentationFormat>ユーザー設定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晟乃 中村</dc:creator>
  <cp:lastModifiedBy>晟乃 中村</cp:lastModifiedBy>
  <cp:revision>3</cp:revision>
  <dcterms:created xsi:type="dcterms:W3CDTF">2026-04-20T08:29:33Z</dcterms:created>
  <dcterms:modified xsi:type="dcterms:W3CDTF">2026-04-24T08:54:25Z</dcterms:modified>
</cp:coreProperties>
</file>